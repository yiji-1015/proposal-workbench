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rule Layout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376F5"/>
          </a:solidFill>
          <a:ln>
            <a:noFill/>
          </a:ln>
        </p:spPr>
      </p:sp>
      <p:sp>
        <p:nvSpPr>
          <p:cNvPr id="3" name="section-pill Layout"/>
          <p:cNvSpPr/>
          <p:nvPr/>
        </p:nvSpPr>
        <p:spPr>
          <a:xfrm>
            <a:off x="457200" y="247650"/>
            <a:ext cx="11277600" cy="400050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>
            <a:noFill/>
          </a:ln>
        </p:spPr>
      </p:sp>
      <p:sp>
        <p:nvSpPr>
          <p:cNvPr id="4" name="left-panel Layout"/>
          <p:cNvSpPr/>
          <p:nvPr/>
        </p:nvSpPr>
        <p:spPr>
          <a:xfrm>
            <a:off x="685800" y="2381250"/>
            <a:ext cx="4191000" cy="3238500"/>
          </a:xfrm>
          <a:prstGeom prst="roundRect">
            <a:avLst>
              <a:gd name="adj" fmla="val 6471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5" name="right-panel Layout"/>
          <p:cNvSpPr/>
          <p:nvPr/>
        </p:nvSpPr>
        <p:spPr>
          <a:xfrm>
            <a:off x="7315200" y="2381250"/>
            <a:ext cx="4191000" cy="3238500"/>
          </a:xfrm>
          <a:prstGeom prst="roundRect">
            <a:avLst>
              <a:gd name="adj" fmla="val 6471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6" name="dispatch Layout"/>
          <p:cNvSpPr/>
          <p:nvPr/>
        </p:nvSpPr>
        <p:spPr>
          <a:xfrm>
            <a:off x="5219700" y="3171825"/>
            <a:ext cx="1371600" cy="1371600"/>
          </a:xfrm>
          <a:prstGeom prst="ellipse">
            <a:avLst/>
          </a:prstGeom>
          <a:solidFill>
            <a:srgbClr val="2376F5"/>
          </a:solidFill>
          <a:ln>
            <a:noFill/>
          </a:ln>
        </p:spPr>
      </p:sp>
      <p:sp>
        <p:nvSpPr>
          <p:cNvPr id="7" name="contract Layout"/>
          <p:cNvSpPr/>
          <p:nvPr/>
        </p:nvSpPr>
        <p:spPr>
          <a:xfrm>
            <a:off x="5600700" y="3171825"/>
            <a:ext cx="1371600" cy="1371600"/>
          </a:xfrm>
          <a:prstGeom prst="ellipse">
            <a:avLst/>
          </a:prstGeom>
          <a:solidFill>
            <a:srgbClr val="5BC0EB"/>
          </a:solidFill>
          <a:ln>
            <a:noFill/>
          </a:ln>
        </p:spPr>
      </p:sp>
      <p:sp>
        <p:nvSpPr>
          <p:cNvPr id="8" name="l-0 Layout"/>
          <p:cNvSpPr/>
          <p:nvPr/>
        </p:nvSpPr>
        <p:spPr>
          <a:xfrm>
            <a:off x="914400" y="2724150"/>
            <a:ext cx="37338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r-0 Layout"/>
          <p:cNvSpPr/>
          <p:nvPr/>
        </p:nvSpPr>
        <p:spPr>
          <a:xfrm>
            <a:off x="7543800" y="2724150"/>
            <a:ext cx="37338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l-1 Layout"/>
          <p:cNvSpPr/>
          <p:nvPr/>
        </p:nvSpPr>
        <p:spPr>
          <a:xfrm>
            <a:off x="914400" y="3276600"/>
            <a:ext cx="37338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" name="rr-1 Layout"/>
          <p:cNvSpPr/>
          <p:nvPr/>
        </p:nvSpPr>
        <p:spPr>
          <a:xfrm>
            <a:off x="7543800" y="3276600"/>
            <a:ext cx="37338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" name="l-2 Layout"/>
          <p:cNvSpPr/>
          <p:nvPr/>
        </p:nvSpPr>
        <p:spPr>
          <a:xfrm>
            <a:off x="914400" y="3829050"/>
            <a:ext cx="37338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" name="rr-2 Layout"/>
          <p:cNvSpPr/>
          <p:nvPr/>
        </p:nvSpPr>
        <p:spPr>
          <a:xfrm>
            <a:off x="7543800" y="3829050"/>
            <a:ext cx="37338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" name="l-3 Layout"/>
          <p:cNvSpPr/>
          <p:nvPr/>
        </p:nvSpPr>
        <p:spPr>
          <a:xfrm>
            <a:off x="914400" y="4381500"/>
            <a:ext cx="37338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" name="rr-3 Layout"/>
          <p:cNvSpPr/>
          <p:nvPr/>
        </p:nvSpPr>
        <p:spPr>
          <a:xfrm>
            <a:off x="7543800" y="4381500"/>
            <a:ext cx="37338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l-4 Layout"/>
          <p:cNvSpPr/>
          <p:nvPr/>
        </p:nvSpPr>
        <p:spPr>
          <a:xfrm>
            <a:off x="914400" y="4933950"/>
            <a:ext cx="37338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7" name="rr-4 Layout"/>
          <p:cNvSpPr/>
          <p:nvPr/>
        </p:nvSpPr>
        <p:spPr>
          <a:xfrm>
            <a:off x="7543800" y="4933950"/>
            <a:ext cx="37338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8" name="footer-rule Layout"/>
          <p:cNvSpPr/>
          <p:nvPr/>
        </p:nvSpPr>
        <p:spPr>
          <a:xfrm>
            <a:off x="457200" y="6496050"/>
            <a:ext cx="11277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9" name="page-title Placeholder"/>
          <p:cNvSpPr>
            <a:spLocks noGrp="1"/>
          </p:cNvSpPr>
          <p:nvPr>
            <p:ph type="title" idx="0"/>
          </p:nvPr>
        </p:nvSpPr>
        <p:spPr>
          <a:xfrm>
            <a:off x="685800" y="8763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700"/>
            </a:lvl1pPr>
          </a:lstStyle>
          <a:p>
            <a:pPr algn="ctr"/>
            <a:r>
              <a:rPr lang="en-US" sz="27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20" name="ls-0 Placeholder"/>
          <p:cNvSpPr>
            <a:spLocks noGrp="1"/>
          </p:cNvSpPr>
          <p:nvPr>
            <p:ph type="body" idx="1"/>
          </p:nvPr>
        </p:nvSpPr>
        <p:spPr>
          <a:xfrm>
            <a:off x="914400" y="2724150"/>
            <a:ext cx="3733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1" name="rs-0 Placeholder"/>
          <p:cNvSpPr>
            <a:spLocks noGrp="1"/>
          </p:cNvSpPr>
          <p:nvPr>
            <p:ph type="body" idx="6"/>
          </p:nvPr>
        </p:nvSpPr>
        <p:spPr>
          <a:xfrm>
            <a:off x="7543800" y="2724150"/>
            <a:ext cx="3733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2" name="ls-1 Placeholder"/>
          <p:cNvSpPr>
            <a:spLocks noGrp="1"/>
          </p:cNvSpPr>
          <p:nvPr>
            <p:ph type="body" idx="2"/>
          </p:nvPr>
        </p:nvSpPr>
        <p:spPr>
          <a:xfrm>
            <a:off x="914400" y="3276600"/>
            <a:ext cx="3733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3" name="rs-1 Placeholder"/>
          <p:cNvSpPr>
            <a:spLocks noGrp="1"/>
          </p:cNvSpPr>
          <p:nvPr>
            <p:ph type="body" idx="7"/>
          </p:nvPr>
        </p:nvSpPr>
        <p:spPr>
          <a:xfrm>
            <a:off x="7543800" y="3276600"/>
            <a:ext cx="3733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4" name="ls-2 Placeholder"/>
          <p:cNvSpPr>
            <a:spLocks noGrp="1"/>
          </p:cNvSpPr>
          <p:nvPr>
            <p:ph type="body" idx="3"/>
          </p:nvPr>
        </p:nvSpPr>
        <p:spPr>
          <a:xfrm>
            <a:off x="914400" y="3829050"/>
            <a:ext cx="3733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5" name="rs-2 Placeholder"/>
          <p:cNvSpPr>
            <a:spLocks noGrp="1"/>
          </p:cNvSpPr>
          <p:nvPr>
            <p:ph type="body" idx="8"/>
          </p:nvPr>
        </p:nvSpPr>
        <p:spPr>
          <a:xfrm>
            <a:off x="7543800" y="3829050"/>
            <a:ext cx="3733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6" name="ls-3 Placeholder"/>
          <p:cNvSpPr>
            <a:spLocks noGrp="1"/>
          </p:cNvSpPr>
          <p:nvPr>
            <p:ph type="body" idx="4"/>
          </p:nvPr>
        </p:nvSpPr>
        <p:spPr>
          <a:xfrm>
            <a:off x="914400" y="4381500"/>
            <a:ext cx="3733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7" name="rs-3 Placeholder"/>
          <p:cNvSpPr>
            <a:spLocks noGrp="1"/>
          </p:cNvSpPr>
          <p:nvPr>
            <p:ph type="body" idx="9"/>
          </p:nvPr>
        </p:nvSpPr>
        <p:spPr>
          <a:xfrm>
            <a:off x="7543800" y="4381500"/>
            <a:ext cx="3733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8" name="ls-4 Placeholder"/>
          <p:cNvSpPr>
            <a:spLocks noGrp="1"/>
          </p:cNvSpPr>
          <p:nvPr>
            <p:ph type="body" idx="5"/>
          </p:nvPr>
        </p:nvSpPr>
        <p:spPr>
          <a:xfrm>
            <a:off x="914400" y="4933950"/>
            <a:ext cx="3733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9" name="rs-4 Placeholder"/>
          <p:cNvSpPr>
            <a:spLocks noGrp="1"/>
          </p:cNvSpPr>
          <p:nvPr>
            <p:ph type="body" idx="10"/>
          </p:nvPr>
        </p:nvSpPr>
        <p:spPr>
          <a:xfrm>
            <a:off x="7543800" y="4933950"/>
            <a:ext cx="3733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273722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decision_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rule Layout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376F5"/>
          </a:solidFill>
          <a:ln>
            <a:noFill/>
          </a:ln>
        </p:spPr>
      </p:sp>
      <p:sp>
        <p:nvSpPr>
          <p:cNvPr id="3" name="section-pill Layout"/>
          <p:cNvSpPr/>
          <p:nvPr/>
        </p:nvSpPr>
        <p:spPr>
          <a:xfrm>
            <a:off x="457200" y="247650"/>
            <a:ext cx="11277600" cy="400050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>
            <a:noFill/>
          </a:ln>
        </p:spPr>
      </p:sp>
      <p:sp>
        <p:nvSpPr>
          <p:cNvPr id="4" name="card-0 Layout"/>
          <p:cNvSpPr/>
          <p:nvPr/>
        </p:nvSpPr>
        <p:spPr>
          <a:xfrm>
            <a:off x="685800" y="2362200"/>
            <a:ext cx="3333750" cy="3048000"/>
          </a:xfrm>
          <a:prstGeom prst="roundRect">
            <a:avLst>
              <a:gd name="adj" fmla="val 6875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5" name="arrow-0 Layout"/>
          <p:cNvSpPr/>
          <p:nvPr/>
        </p:nvSpPr>
        <p:spPr>
          <a:xfrm>
            <a:off x="2181225" y="3676650"/>
            <a:ext cx="342900" cy="342900"/>
          </a:xfrm>
          <a:prstGeom prst="ellipse">
            <a:avLst/>
          </a:prstGeom>
          <a:solidFill>
            <a:srgbClr val="2376F5"/>
          </a:solidFill>
          <a:ln>
            <a:noFill/>
          </a:ln>
        </p:spPr>
      </p:sp>
      <p:sp>
        <p:nvSpPr>
          <p:cNvPr id="6" name="answer-0 Layout"/>
          <p:cNvSpPr/>
          <p:nvPr/>
        </p:nvSpPr>
        <p:spPr>
          <a:xfrm>
            <a:off x="914400" y="4305300"/>
            <a:ext cx="2876550" cy="8382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" name="card-1 Layout"/>
          <p:cNvSpPr/>
          <p:nvPr/>
        </p:nvSpPr>
        <p:spPr>
          <a:xfrm>
            <a:off x="4400550" y="2362200"/>
            <a:ext cx="3333750" cy="3048000"/>
          </a:xfrm>
          <a:prstGeom prst="roundRect">
            <a:avLst>
              <a:gd name="adj" fmla="val 6875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8" name="arrow-1 Layout"/>
          <p:cNvSpPr/>
          <p:nvPr/>
        </p:nvSpPr>
        <p:spPr>
          <a:xfrm>
            <a:off x="5895975" y="3676650"/>
            <a:ext cx="342900" cy="342900"/>
          </a:xfrm>
          <a:prstGeom prst="ellipse">
            <a:avLst/>
          </a:prstGeom>
          <a:solidFill>
            <a:srgbClr val="5BC0EB"/>
          </a:solidFill>
          <a:ln>
            <a:noFill/>
          </a:ln>
        </p:spPr>
      </p:sp>
      <p:sp>
        <p:nvSpPr>
          <p:cNvPr id="9" name="answer-1 Layout"/>
          <p:cNvSpPr/>
          <p:nvPr/>
        </p:nvSpPr>
        <p:spPr>
          <a:xfrm>
            <a:off x="4629150" y="4305300"/>
            <a:ext cx="2876550" cy="8382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card-2 Layout"/>
          <p:cNvSpPr/>
          <p:nvPr/>
        </p:nvSpPr>
        <p:spPr>
          <a:xfrm>
            <a:off x="8115300" y="2362200"/>
            <a:ext cx="3333750" cy="3048000"/>
          </a:xfrm>
          <a:prstGeom prst="roundRect">
            <a:avLst>
              <a:gd name="adj" fmla="val 6875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11" name="arrow-2 Layout"/>
          <p:cNvSpPr/>
          <p:nvPr/>
        </p:nvSpPr>
        <p:spPr>
          <a:xfrm>
            <a:off x="9610725" y="3676650"/>
            <a:ext cx="342900" cy="3429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12" name="answer-2 Layout"/>
          <p:cNvSpPr/>
          <p:nvPr/>
        </p:nvSpPr>
        <p:spPr>
          <a:xfrm>
            <a:off x="8343900" y="4305300"/>
            <a:ext cx="2876550" cy="8382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" name="footer-rule Layout"/>
          <p:cNvSpPr/>
          <p:nvPr/>
        </p:nvSpPr>
        <p:spPr>
          <a:xfrm>
            <a:off x="457200" y="6496050"/>
            <a:ext cx="11277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4" name="page-title Placeholder"/>
          <p:cNvSpPr>
            <a:spLocks noGrp="1"/>
          </p:cNvSpPr>
          <p:nvPr>
            <p:ph type="title" idx="0"/>
          </p:nvPr>
        </p:nvSpPr>
        <p:spPr>
          <a:xfrm>
            <a:off x="685800" y="8763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700"/>
            </a:lvl1pPr>
          </a:lstStyle>
          <a:p>
            <a:pPr algn="ctr"/>
            <a:r>
              <a:rPr lang="en-US" sz="27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15" name="q-0 Placeholder"/>
          <p:cNvSpPr>
            <a:spLocks noGrp="1"/>
          </p:cNvSpPr>
          <p:nvPr>
            <p:ph type="body" idx="1"/>
          </p:nvPr>
        </p:nvSpPr>
        <p:spPr>
          <a:xfrm>
            <a:off x="933450" y="2628900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6" name="a-0 Placeholder"/>
          <p:cNvSpPr>
            <a:spLocks noGrp="1"/>
          </p:cNvSpPr>
          <p:nvPr>
            <p:ph type="body" idx="4"/>
          </p:nvPr>
        </p:nvSpPr>
        <p:spPr>
          <a:xfrm>
            <a:off x="1066800" y="4400550"/>
            <a:ext cx="25717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7" name="q-1 Placeholder"/>
          <p:cNvSpPr>
            <a:spLocks noGrp="1"/>
          </p:cNvSpPr>
          <p:nvPr>
            <p:ph type="body" idx="2"/>
          </p:nvPr>
        </p:nvSpPr>
        <p:spPr>
          <a:xfrm>
            <a:off x="4648200" y="2628900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8" name="a-1 Placeholder"/>
          <p:cNvSpPr>
            <a:spLocks noGrp="1"/>
          </p:cNvSpPr>
          <p:nvPr>
            <p:ph type="body" idx="5"/>
          </p:nvPr>
        </p:nvSpPr>
        <p:spPr>
          <a:xfrm>
            <a:off x="4781550" y="4400550"/>
            <a:ext cx="25717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9" name="q-2 Placeholder"/>
          <p:cNvSpPr>
            <a:spLocks noGrp="1"/>
          </p:cNvSpPr>
          <p:nvPr>
            <p:ph type="body" idx="3"/>
          </p:nvPr>
        </p:nvSpPr>
        <p:spPr>
          <a:xfrm>
            <a:off x="8362950" y="2628900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0" name="a-2 Placeholder"/>
          <p:cNvSpPr>
            <a:spLocks noGrp="1"/>
          </p:cNvSpPr>
          <p:nvPr>
            <p:ph type="body" idx="6"/>
          </p:nvPr>
        </p:nvSpPr>
        <p:spPr>
          <a:xfrm>
            <a:off x="8496300" y="4400550"/>
            <a:ext cx="25717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256783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ocess_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rule Layout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376F5"/>
          </a:solidFill>
          <a:ln>
            <a:noFill/>
          </a:ln>
        </p:spPr>
      </p:sp>
      <p:sp>
        <p:nvSpPr>
          <p:cNvPr id="3" name="section-pill Layout"/>
          <p:cNvSpPr/>
          <p:nvPr/>
        </p:nvSpPr>
        <p:spPr>
          <a:xfrm>
            <a:off x="457200" y="247650"/>
            <a:ext cx="11277600" cy="400050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>
            <a:noFill/>
          </a:ln>
        </p:spPr>
      </p:sp>
      <p:sp>
        <p:nvSpPr>
          <p:cNvPr id="4" name="step-0 Layout"/>
          <p:cNvSpPr/>
          <p:nvPr/>
        </p:nvSpPr>
        <p:spPr>
          <a:xfrm>
            <a:off x="685800" y="2266950"/>
            <a:ext cx="3333750" cy="1409700"/>
          </a:xfrm>
          <a:prstGeom prst="roundRect">
            <a:avLst>
              <a:gd name="adj" fmla="val 13514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5" name="a-0 Layout"/>
          <p:cNvSpPr/>
          <p:nvPr/>
        </p:nvSpPr>
        <p:spPr>
          <a:xfrm>
            <a:off x="4076700" y="2857500"/>
            <a:ext cx="304800" cy="228600"/>
          </a:xfrm>
          <a:prstGeom prst="roundRect">
            <a:avLst>
              <a:gd name="adj" fmla="val 50000"/>
            </a:avLst>
          </a:prstGeom>
          <a:solidFill>
            <a:srgbClr val="2376F5"/>
          </a:solidFill>
          <a:ln>
            <a:noFill/>
          </a:ln>
        </p:spPr>
      </p:sp>
      <p:sp>
        <p:nvSpPr>
          <p:cNvPr id="6" name="step-1 Layout"/>
          <p:cNvSpPr/>
          <p:nvPr/>
        </p:nvSpPr>
        <p:spPr>
          <a:xfrm>
            <a:off x="4400550" y="2266950"/>
            <a:ext cx="3333750" cy="1409700"/>
          </a:xfrm>
          <a:prstGeom prst="roundRect">
            <a:avLst>
              <a:gd name="adj" fmla="val 13514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7" name="a-1 Layout"/>
          <p:cNvSpPr/>
          <p:nvPr/>
        </p:nvSpPr>
        <p:spPr>
          <a:xfrm>
            <a:off x="7791450" y="2857500"/>
            <a:ext cx="304800" cy="228600"/>
          </a:xfrm>
          <a:prstGeom prst="roundRect">
            <a:avLst>
              <a:gd name="adj" fmla="val 50000"/>
            </a:avLst>
          </a:prstGeom>
          <a:solidFill>
            <a:srgbClr val="2376F5"/>
          </a:solidFill>
          <a:ln>
            <a:noFill/>
          </a:ln>
        </p:spPr>
      </p:sp>
      <p:sp>
        <p:nvSpPr>
          <p:cNvPr id="8" name="step-2 Layout"/>
          <p:cNvSpPr/>
          <p:nvPr/>
        </p:nvSpPr>
        <p:spPr>
          <a:xfrm>
            <a:off x="8115300" y="2266950"/>
            <a:ext cx="3333750" cy="1409700"/>
          </a:xfrm>
          <a:prstGeom prst="roundRect">
            <a:avLst>
              <a:gd name="adj" fmla="val 13514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9" name="step-3 Layout"/>
          <p:cNvSpPr/>
          <p:nvPr/>
        </p:nvSpPr>
        <p:spPr>
          <a:xfrm>
            <a:off x="685800" y="4076700"/>
            <a:ext cx="3333750" cy="1409700"/>
          </a:xfrm>
          <a:prstGeom prst="roundRect">
            <a:avLst>
              <a:gd name="adj" fmla="val 13514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10" name="a-3 Layout"/>
          <p:cNvSpPr/>
          <p:nvPr/>
        </p:nvSpPr>
        <p:spPr>
          <a:xfrm>
            <a:off x="4076700" y="4667250"/>
            <a:ext cx="304800" cy="228600"/>
          </a:xfrm>
          <a:prstGeom prst="roundRect">
            <a:avLst>
              <a:gd name="adj" fmla="val 50000"/>
            </a:avLst>
          </a:prstGeom>
          <a:solidFill>
            <a:srgbClr val="2376F5"/>
          </a:solidFill>
          <a:ln>
            <a:noFill/>
          </a:ln>
        </p:spPr>
      </p:sp>
      <p:sp>
        <p:nvSpPr>
          <p:cNvPr id="11" name="step-4 Layout"/>
          <p:cNvSpPr/>
          <p:nvPr/>
        </p:nvSpPr>
        <p:spPr>
          <a:xfrm>
            <a:off x="4400550" y="4076700"/>
            <a:ext cx="3333750" cy="1409700"/>
          </a:xfrm>
          <a:prstGeom prst="roundRect">
            <a:avLst>
              <a:gd name="adj" fmla="val 13514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12" name="a-4 Layout"/>
          <p:cNvSpPr/>
          <p:nvPr/>
        </p:nvSpPr>
        <p:spPr>
          <a:xfrm>
            <a:off x="7791450" y="4667250"/>
            <a:ext cx="304800" cy="228600"/>
          </a:xfrm>
          <a:prstGeom prst="roundRect">
            <a:avLst>
              <a:gd name="adj" fmla="val 50000"/>
            </a:avLst>
          </a:prstGeom>
          <a:solidFill>
            <a:srgbClr val="2376F5"/>
          </a:solidFill>
          <a:ln>
            <a:noFill/>
          </a:ln>
        </p:spPr>
      </p:sp>
      <p:sp>
        <p:nvSpPr>
          <p:cNvPr id="13" name="step-5 Layout"/>
          <p:cNvSpPr/>
          <p:nvPr/>
        </p:nvSpPr>
        <p:spPr>
          <a:xfrm>
            <a:off x="8115300" y="4076700"/>
            <a:ext cx="3333750" cy="1409700"/>
          </a:xfrm>
          <a:prstGeom prst="roundRect">
            <a:avLst>
              <a:gd name="adj" fmla="val 13514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14" name="footer-rule Layout"/>
          <p:cNvSpPr/>
          <p:nvPr/>
        </p:nvSpPr>
        <p:spPr>
          <a:xfrm>
            <a:off x="457200" y="6496050"/>
            <a:ext cx="11277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5" name="page-title Placeholder"/>
          <p:cNvSpPr>
            <a:spLocks noGrp="1"/>
          </p:cNvSpPr>
          <p:nvPr>
            <p:ph type="title" idx="0"/>
          </p:nvPr>
        </p:nvSpPr>
        <p:spPr>
          <a:xfrm>
            <a:off x="685800" y="8763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700"/>
            </a:lvl1pPr>
          </a:lstStyle>
          <a:p>
            <a:pPr algn="ctr"/>
            <a:r>
              <a:rPr lang="en-US" sz="27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16" name="title-0 Placeholder"/>
          <p:cNvSpPr>
            <a:spLocks noGrp="1"/>
          </p:cNvSpPr>
          <p:nvPr>
            <p:ph type="body" idx="1"/>
          </p:nvPr>
        </p:nvSpPr>
        <p:spPr>
          <a:xfrm>
            <a:off x="933450" y="2705100"/>
            <a:ext cx="2667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7" name="desc-0 Placeholder"/>
          <p:cNvSpPr>
            <a:spLocks noGrp="1"/>
          </p:cNvSpPr>
          <p:nvPr>
            <p:ph type="body" idx="7"/>
          </p:nvPr>
        </p:nvSpPr>
        <p:spPr>
          <a:xfrm>
            <a:off x="933450" y="3105150"/>
            <a:ext cx="28384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8" name="title-1 Placeholder"/>
          <p:cNvSpPr>
            <a:spLocks noGrp="1"/>
          </p:cNvSpPr>
          <p:nvPr>
            <p:ph type="body" idx="2"/>
          </p:nvPr>
        </p:nvSpPr>
        <p:spPr>
          <a:xfrm>
            <a:off x="4648200" y="2705100"/>
            <a:ext cx="2667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9" name="desc-1 Placeholder"/>
          <p:cNvSpPr>
            <a:spLocks noGrp="1"/>
          </p:cNvSpPr>
          <p:nvPr>
            <p:ph type="body" idx="8"/>
          </p:nvPr>
        </p:nvSpPr>
        <p:spPr>
          <a:xfrm>
            <a:off x="4648200" y="3105150"/>
            <a:ext cx="28384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0" name="title-2 Placeholder"/>
          <p:cNvSpPr>
            <a:spLocks noGrp="1"/>
          </p:cNvSpPr>
          <p:nvPr>
            <p:ph type="body" idx="3"/>
          </p:nvPr>
        </p:nvSpPr>
        <p:spPr>
          <a:xfrm>
            <a:off x="8362950" y="2705100"/>
            <a:ext cx="2667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1" name="desc-2 Placeholder"/>
          <p:cNvSpPr>
            <a:spLocks noGrp="1"/>
          </p:cNvSpPr>
          <p:nvPr>
            <p:ph type="body" idx="9"/>
          </p:nvPr>
        </p:nvSpPr>
        <p:spPr>
          <a:xfrm>
            <a:off x="8362950" y="3105150"/>
            <a:ext cx="28384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2" name="title-3 Placeholder"/>
          <p:cNvSpPr>
            <a:spLocks noGrp="1"/>
          </p:cNvSpPr>
          <p:nvPr>
            <p:ph type="body" idx="4"/>
          </p:nvPr>
        </p:nvSpPr>
        <p:spPr>
          <a:xfrm>
            <a:off x="933450" y="4514850"/>
            <a:ext cx="2667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3" name="desc-3 Placeholder"/>
          <p:cNvSpPr>
            <a:spLocks noGrp="1"/>
          </p:cNvSpPr>
          <p:nvPr>
            <p:ph type="body" idx="10"/>
          </p:nvPr>
        </p:nvSpPr>
        <p:spPr>
          <a:xfrm>
            <a:off x="933450" y="4914900"/>
            <a:ext cx="28384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4" name="title-4 Placeholder"/>
          <p:cNvSpPr>
            <a:spLocks noGrp="1"/>
          </p:cNvSpPr>
          <p:nvPr>
            <p:ph type="body" idx="5"/>
          </p:nvPr>
        </p:nvSpPr>
        <p:spPr>
          <a:xfrm>
            <a:off x="4648200" y="4514850"/>
            <a:ext cx="2667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5" name="desc-4 Placeholder"/>
          <p:cNvSpPr>
            <a:spLocks noGrp="1"/>
          </p:cNvSpPr>
          <p:nvPr>
            <p:ph type="body" idx="11"/>
          </p:nvPr>
        </p:nvSpPr>
        <p:spPr>
          <a:xfrm>
            <a:off x="4648200" y="4914900"/>
            <a:ext cx="28384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6" name="title-5 Placeholder"/>
          <p:cNvSpPr>
            <a:spLocks noGrp="1"/>
          </p:cNvSpPr>
          <p:nvPr>
            <p:ph type="body" idx="6"/>
          </p:nvPr>
        </p:nvSpPr>
        <p:spPr>
          <a:xfrm>
            <a:off x="8362950" y="4514850"/>
            <a:ext cx="2667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7" name="desc-5 Placeholder"/>
          <p:cNvSpPr>
            <a:spLocks noGrp="1"/>
          </p:cNvSpPr>
          <p:nvPr>
            <p:ph type="body" idx="12"/>
          </p:nvPr>
        </p:nvSpPr>
        <p:spPr>
          <a:xfrm>
            <a:off x="8362950" y="4914900"/>
            <a:ext cx="28384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806554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metric_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rule Layout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376F5"/>
          </a:solidFill>
          <a:ln>
            <a:noFill/>
          </a:ln>
        </p:spPr>
      </p:sp>
      <p:sp>
        <p:nvSpPr>
          <p:cNvPr id="3" name="section-pill Layout"/>
          <p:cNvSpPr/>
          <p:nvPr/>
        </p:nvSpPr>
        <p:spPr>
          <a:xfrm>
            <a:off x="457200" y="247650"/>
            <a:ext cx="11277600" cy="400050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>
            <a:noFill/>
          </a:ln>
        </p:spPr>
      </p:sp>
      <p:sp>
        <p:nvSpPr>
          <p:cNvPr id="4" name="h0 Layout"/>
          <p:cNvSpPr/>
          <p:nvPr/>
        </p:nvSpPr>
        <p:spPr>
          <a:xfrm>
            <a:off x="685800" y="2076450"/>
            <a:ext cx="2476500" cy="419100"/>
          </a:xfrm>
          <a:prstGeom prst="rect">
            <a:avLst/>
          </a:prstGeom>
          <a:solidFill>
            <a:srgbClr val="F4F5F7"/>
          </a:solidFill>
          <a:ln>
            <a:noFill/>
          </a:ln>
        </p:spPr>
      </p:sp>
      <p:sp>
        <p:nvSpPr>
          <p:cNvPr id="5" name="h1 Layout"/>
          <p:cNvSpPr/>
          <p:nvPr/>
        </p:nvSpPr>
        <p:spPr>
          <a:xfrm>
            <a:off x="3162300" y="2076450"/>
            <a:ext cx="2571750" cy="419100"/>
          </a:xfrm>
          <a:prstGeom prst="rect">
            <a:avLst/>
          </a:prstGeom>
          <a:solidFill>
            <a:srgbClr val="5BC0EB"/>
          </a:solidFill>
          <a:ln>
            <a:noFill/>
          </a:ln>
        </p:spPr>
      </p:sp>
      <p:sp>
        <p:nvSpPr>
          <p:cNvPr id="6" name="h2 Layout"/>
          <p:cNvSpPr/>
          <p:nvPr/>
        </p:nvSpPr>
        <p:spPr>
          <a:xfrm>
            <a:off x="5734050" y="2076450"/>
            <a:ext cx="2571750" cy="419100"/>
          </a:xfrm>
          <a:prstGeom prst="rect">
            <a:avLst/>
          </a:prstGeom>
          <a:solidFill>
            <a:srgbClr val="2376F5"/>
          </a:solidFill>
          <a:ln>
            <a:noFill/>
          </a:ln>
        </p:spPr>
      </p:sp>
      <p:sp>
        <p:nvSpPr>
          <p:cNvPr id="7" name="h3 Layout"/>
          <p:cNvSpPr/>
          <p:nvPr/>
        </p:nvSpPr>
        <p:spPr>
          <a:xfrm>
            <a:off x="8305800" y="2076450"/>
            <a:ext cx="3200400" cy="4191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8" name="row-0 Layout"/>
          <p:cNvSpPr/>
          <p:nvPr/>
        </p:nvSpPr>
        <p:spPr>
          <a:xfrm>
            <a:off x="685800" y="2495550"/>
            <a:ext cx="10820400" cy="70485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</p:spPr>
      </p:sp>
      <p:sp>
        <p:nvSpPr>
          <p:cNvPr id="9" name="after-bg-0 Layout"/>
          <p:cNvSpPr/>
          <p:nvPr/>
        </p:nvSpPr>
        <p:spPr>
          <a:xfrm>
            <a:off x="5734050" y="2495550"/>
            <a:ext cx="2571750" cy="704850"/>
          </a:xfrm>
          <a:prstGeom prst="rect">
            <a:avLst/>
          </a:prstGeom>
          <a:solidFill>
            <a:srgbClr val="2376F5"/>
          </a:solidFill>
          <a:ln>
            <a:noFill/>
          </a:ln>
        </p:spPr>
      </p:sp>
      <p:sp>
        <p:nvSpPr>
          <p:cNvPr id="10" name="row-1 Layout"/>
          <p:cNvSpPr/>
          <p:nvPr/>
        </p:nvSpPr>
        <p:spPr>
          <a:xfrm>
            <a:off x="685800" y="3200400"/>
            <a:ext cx="108204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1" name="after-bg-1 Layout"/>
          <p:cNvSpPr/>
          <p:nvPr/>
        </p:nvSpPr>
        <p:spPr>
          <a:xfrm>
            <a:off x="5734050" y="3200400"/>
            <a:ext cx="2571750" cy="704850"/>
          </a:xfrm>
          <a:prstGeom prst="rect">
            <a:avLst/>
          </a:prstGeom>
          <a:solidFill>
            <a:srgbClr val="2376F5"/>
          </a:solidFill>
          <a:ln>
            <a:noFill/>
          </a:ln>
        </p:spPr>
      </p:sp>
      <p:sp>
        <p:nvSpPr>
          <p:cNvPr id="12" name="row-2 Layout"/>
          <p:cNvSpPr/>
          <p:nvPr/>
        </p:nvSpPr>
        <p:spPr>
          <a:xfrm>
            <a:off x="685800" y="3905250"/>
            <a:ext cx="10820400" cy="70485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</p:spPr>
      </p:sp>
      <p:sp>
        <p:nvSpPr>
          <p:cNvPr id="13" name="after-bg-2 Layout"/>
          <p:cNvSpPr/>
          <p:nvPr/>
        </p:nvSpPr>
        <p:spPr>
          <a:xfrm>
            <a:off x="5734050" y="3905250"/>
            <a:ext cx="2571750" cy="704850"/>
          </a:xfrm>
          <a:prstGeom prst="rect">
            <a:avLst/>
          </a:prstGeom>
          <a:solidFill>
            <a:srgbClr val="2376F5"/>
          </a:solidFill>
          <a:ln>
            <a:noFill/>
          </a:ln>
        </p:spPr>
      </p:sp>
      <p:sp>
        <p:nvSpPr>
          <p:cNvPr id="14" name="row-3 Layout"/>
          <p:cNvSpPr/>
          <p:nvPr/>
        </p:nvSpPr>
        <p:spPr>
          <a:xfrm>
            <a:off x="685800" y="4610100"/>
            <a:ext cx="108204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5" name="after-bg-3 Layout"/>
          <p:cNvSpPr/>
          <p:nvPr/>
        </p:nvSpPr>
        <p:spPr>
          <a:xfrm>
            <a:off x="5734050" y="4610100"/>
            <a:ext cx="2571750" cy="704850"/>
          </a:xfrm>
          <a:prstGeom prst="rect">
            <a:avLst/>
          </a:prstGeom>
          <a:solidFill>
            <a:srgbClr val="2376F5"/>
          </a:solidFill>
          <a:ln>
            <a:noFill/>
          </a:ln>
        </p:spPr>
      </p:sp>
      <p:sp>
        <p:nvSpPr>
          <p:cNvPr id="16" name="footer-rule Layout"/>
          <p:cNvSpPr/>
          <p:nvPr/>
        </p:nvSpPr>
        <p:spPr>
          <a:xfrm>
            <a:off x="457200" y="6496050"/>
            <a:ext cx="11277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7" name="page-title Placeholder"/>
          <p:cNvSpPr>
            <a:spLocks noGrp="1"/>
          </p:cNvSpPr>
          <p:nvPr>
            <p:ph type="title" idx="0"/>
          </p:nvPr>
        </p:nvSpPr>
        <p:spPr>
          <a:xfrm>
            <a:off x="685800" y="8763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700"/>
            </a:lvl1pPr>
          </a:lstStyle>
          <a:p>
            <a:pPr algn="ctr"/>
            <a:r>
              <a:rPr lang="en-US" sz="27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18" name="m-0 Placeholder"/>
          <p:cNvSpPr>
            <a:spLocks noGrp="1"/>
          </p:cNvSpPr>
          <p:nvPr>
            <p:ph type="body" idx="1"/>
          </p:nvPr>
        </p:nvSpPr>
        <p:spPr>
          <a:xfrm>
            <a:off x="685800" y="2495550"/>
            <a:ext cx="24765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9" name="b-0 Placeholder"/>
          <p:cNvSpPr>
            <a:spLocks noGrp="1"/>
          </p:cNvSpPr>
          <p:nvPr>
            <p:ph type="body" idx="5"/>
          </p:nvPr>
        </p:nvSpPr>
        <p:spPr>
          <a:xfrm>
            <a:off x="3162300" y="2495550"/>
            <a:ext cx="257175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0" name="a-0 Placeholder"/>
          <p:cNvSpPr>
            <a:spLocks noGrp="1"/>
          </p:cNvSpPr>
          <p:nvPr>
            <p:ph type="body" idx="9"/>
          </p:nvPr>
        </p:nvSpPr>
        <p:spPr>
          <a:xfrm>
            <a:off x="5734050" y="2495550"/>
            <a:ext cx="257175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1" name="d-0 Placeholder"/>
          <p:cNvSpPr>
            <a:spLocks noGrp="1"/>
          </p:cNvSpPr>
          <p:nvPr>
            <p:ph type="body" idx="13"/>
          </p:nvPr>
        </p:nvSpPr>
        <p:spPr>
          <a:xfrm>
            <a:off x="8305800" y="2495550"/>
            <a:ext cx="320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2" name="m-1 Placeholder"/>
          <p:cNvSpPr>
            <a:spLocks noGrp="1"/>
          </p:cNvSpPr>
          <p:nvPr>
            <p:ph type="body" idx="2"/>
          </p:nvPr>
        </p:nvSpPr>
        <p:spPr>
          <a:xfrm>
            <a:off x="685800" y="3200400"/>
            <a:ext cx="24765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3" name="b-1 Placeholder"/>
          <p:cNvSpPr>
            <a:spLocks noGrp="1"/>
          </p:cNvSpPr>
          <p:nvPr>
            <p:ph type="body" idx="6"/>
          </p:nvPr>
        </p:nvSpPr>
        <p:spPr>
          <a:xfrm>
            <a:off x="3162300" y="3200400"/>
            <a:ext cx="257175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4" name="a-1 Placeholder"/>
          <p:cNvSpPr>
            <a:spLocks noGrp="1"/>
          </p:cNvSpPr>
          <p:nvPr>
            <p:ph type="body" idx="10"/>
          </p:nvPr>
        </p:nvSpPr>
        <p:spPr>
          <a:xfrm>
            <a:off x="5734050" y="3200400"/>
            <a:ext cx="257175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5" name="d-1 Placeholder"/>
          <p:cNvSpPr>
            <a:spLocks noGrp="1"/>
          </p:cNvSpPr>
          <p:nvPr>
            <p:ph type="body" idx="14"/>
          </p:nvPr>
        </p:nvSpPr>
        <p:spPr>
          <a:xfrm>
            <a:off x="8305800" y="3200400"/>
            <a:ext cx="320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6" name="m-2 Placeholder"/>
          <p:cNvSpPr>
            <a:spLocks noGrp="1"/>
          </p:cNvSpPr>
          <p:nvPr>
            <p:ph type="body" idx="3"/>
          </p:nvPr>
        </p:nvSpPr>
        <p:spPr>
          <a:xfrm>
            <a:off x="685800" y="3905250"/>
            <a:ext cx="24765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7" name="b-2 Placeholder"/>
          <p:cNvSpPr>
            <a:spLocks noGrp="1"/>
          </p:cNvSpPr>
          <p:nvPr>
            <p:ph type="body" idx="7"/>
          </p:nvPr>
        </p:nvSpPr>
        <p:spPr>
          <a:xfrm>
            <a:off x="3162300" y="3905250"/>
            <a:ext cx="257175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8" name="a-2 Placeholder"/>
          <p:cNvSpPr>
            <a:spLocks noGrp="1"/>
          </p:cNvSpPr>
          <p:nvPr>
            <p:ph type="body" idx="11"/>
          </p:nvPr>
        </p:nvSpPr>
        <p:spPr>
          <a:xfrm>
            <a:off x="5734050" y="3905250"/>
            <a:ext cx="257175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9" name="d-2 Placeholder"/>
          <p:cNvSpPr>
            <a:spLocks noGrp="1"/>
          </p:cNvSpPr>
          <p:nvPr>
            <p:ph type="body" idx="15"/>
          </p:nvPr>
        </p:nvSpPr>
        <p:spPr>
          <a:xfrm>
            <a:off x="8305800" y="3905250"/>
            <a:ext cx="320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30" name="m-3 Placeholder"/>
          <p:cNvSpPr>
            <a:spLocks noGrp="1"/>
          </p:cNvSpPr>
          <p:nvPr>
            <p:ph type="body" idx="4"/>
          </p:nvPr>
        </p:nvSpPr>
        <p:spPr>
          <a:xfrm>
            <a:off x="685800" y="4610100"/>
            <a:ext cx="24765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31" name="b-3 Placeholder"/>
          <p:cNvSpPr>
            <a:spLocks noGrp="1"/>
          </p:cNvSpPr>
          <p:nvPr>
            <p:ph type="body" idx="8"/>
          </p:nvPr>
        </p:nvSpPr>
        <p:spPr>
          <a:xfrm>
            <a:off x="3162300" y="4610100"/>
            <a:ext cx="257175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32" name="a-3 Placeholder"/>
          <p:cNvSpPr>
            <a:spLocks noGrp="1"/>
          </p:cNvSpPr>
          <p:nvPr>
            <p:ph type="body" idx="12"/>
          </p:nvPr>
        </p:nvSpPr>
        <p:spPr>
          <a:xfrm>
            <a:off x="5734050" y="4610100"/>
            <a:ext cx="257175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33" name="d-3 Placeholder"/>
          <p:cNvSpPr>
            <a:spLocks noGrp="1"/>
          </p:cNvSpPr>
          <p:nvPr>
            <p:ph type="body" idx="16"/>
          </p:nvPr>
        </p:nvSpPr>
        <p:spPr>
          <a:xfrm>
            <a:off x="8305800" y="4610100"/>
            <a:ext cx="320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4025920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responsibility_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rule Layout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376F5"/>
          </a:solidFill>
          <a:ln>
            <a:noFill/>
          </a:ln>
        </p:spPr>
      </p:sp>
      <p:sp>
        <p:nvSpPr>
          <p:cNvPr id="3" name="section-pill Layout"/>
          <p:cNvSpPr/>
          <p:nvPr/>
        </p:nvSpPr>
        <p:spPr>
          <a:xfrm>
            <a:off x="457200" y="247650"/>
            <a:ext cx="11277600" cy="400050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>
            <a:noFill/>
          </a:ln>
        </p:spPr>
      </p:sp>
      <p:sp>
        <p:nvSpPr>
          <p:cNvPr id="4" name="customer-head Layout"/>
          <p:cNvSpPr/>
          <p:nvPr/>
        </p:nvSpPr>
        <p:spPr>
          <a:xfrm>
            <a:off x="685800" y="2247900"/>
            <a:ext cx="4953000" cy="495300"/>
          </a:xfrm>
          <a:prstGeom prst="roundRect">
            <a:avLst>
              <a:gd name="adj" fmla="val 50000"/>
            </a:avLst>
          </a:prstGeom>
          <a:solidFill>
            <a:srgbClr val="5BC0EB"/>
          </a:solidFill>
          <a:ln>
            <a:noFill/>
          </a:ln>
        </p:spPr>
      </p:sp>
      <p:sp>
        <p:nvSpPr>
          <p:cNvPr id="5" name="provider-head Layout"/>
          <p:cNvSpPr/>
          <p:nvPr/>
        </p:nvSpPr>
        <p:spPr>
          <a:xfrm>
            <a:off x="6553200" y="2247900"/>
            <a:ext cx="4953000" cy="495300"/>
          </a:xfrm>
          <a:prstGeom prst="roundRect">
            <a:avLst>
              <a:gd name="adj" fmla="val 50000"/>
            </a:avLst>
          </a:prstGeom>
          <a:solidFill>
            <a:srgbClr val="2376F5"/>
          </a:solidFill>
          <a:ln>
            <a:noFill/>
          </a:ln>
        </p:spPr>
      </p:sp>
      <p:sp>
        <p:nvSpPr>
          <p:cNvPr id="6" name="role-row-0 Layout"/>
          <p:cNvSpPr/>
          <p:nvPr/>
        </p:nvSpPr>
        <p:spPr>
          <a:xfrm>
            <a:off x="685800" y="2895600"/>
            <a:ext cx="10820400" cy="495300"/>
          </a:xfrm>
          <a:prstGeom prst="roundRect">
            <a:avLst>
              <a:gd name="adj" fmla="val 34615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7" name="role-pill-0 Layout"/>
          <p:cNvSpPr/>
          <p:nvPr/>
        </p:nvSpPr>
        <p:spPr>
          <a:xfrm>
            <a:off x="4838700" y="2971800"/>
            <a:ext cx="25146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" name="role-row-1 Layout"/>
          <p:cNvSpPr/>
          <p:nvPr/>
        </p:nvSpPr>
        <p:spPr>
          <a:xfrm>
            <a:off x="685800" y="3505200"/>
            <a:ext cx="10820400" cy="495300"/>
          </a:xfrm>
          <a:prstGeom prst="roundRect">
            <a:avLst>
              <a:gd name="adj" fmla="val 34615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9" name="role-pill-1 Layout"/>
          <p:cNvSpPr/>
          <p:nvPr/>
        </p:nvSpPr>
        <p:spPr>
          <a:xfrm>
            <a:off x="4838700" y="3581400"/>
            <a:ext cx="25146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role-row-2 Layout"/>
          <p:cNvSpPr/>
          <p:nvPr/>
        </p:nvSpPr>
        <p:spPr>
          <a:xfrm>
            <a:off x="685800" y="4114800"/>
            <a:ext cx="10820400" cy="495300"/>
          </a:xfrm>
          <a:prstGeom prst="roundRect">
            <a:avLst>
              <a:gd name="adj" fmla="val 34615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11" name="role-pill-2 Layout"/>
          <p:cNvSpPr/>
          <p:nvPr/>
        </p:nvSpPr>
        <p:spPr>
          <a:xfrm>
            <a:off x="4838700" y="4191000"/>
            <a:ext cx="25146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" name="role-row-3 Layout"/>
          <p:cNvSpPr/>
          <p:nvPr/>
        </p:nvSpPr>
        <p:spPr>
          <a:xfrm>
            <a:off x="685800" y="4724400"/>
            <a:ext cx="10820400" cy="495300"/>
          </a:xfrm>
          <a:prstGeom prst="roundRect">
            <a:avLst>
              <a:gd name="adj" fmla="val 34615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13" name="role-pill-3 Layout"/>
          <p:cNvSpPr/>
          <p:nvPr/>
        </p:nvSpPr>
        <p:spPr>
          <a:xfrm>
            <a:off x="4838700" y="4800600"/>
            <a:ext cx="25146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" name="role-row-4 Layout"/>
          <p:cNvSpPr/>
          <p:nvPr/>
        </p:nvSpPr>
        <p:spPr>
          <a:xfrm>
            <a:off x="685800" y="5334000"/>
            <a:ext cx="10820400" cy="495300"/>
          </a:xfrm>
          <a:prstGeom prst="roundRect">
            <a:avLst>
              <a:gd name="adj" fmla="val 34615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15" name="role-pill-4 Layout"/>
          <p:cNvSpPr/>
          <p:nvPr/>
        </p:nvSpPr>
        <p:spPr>
          <a:xfrm>
            <a:off x="4838700" y="5410200"/>
            <a:ext cx="25146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footer-rule Layout"/>
          <p:cNvSpPr/>
          <p:nvPr/>
        </p:nvSpPr>
        <p:spPr>
          <a:xfrm>
            <a:off x="457200" y="6496050"/>
            <a:ext cx="11277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7" name="page-title Placeholder"/>
          <p:cNvSpPr>
            <a:spLocks noGrp="1"/>
          </p:cNvSpPr>
          <p:nvPr>
            <p:ph type="title" idx="0"/>
          </p:nvPr>
        </p:nvSpPr>
        <p:spPr>
          <a:xfrm>
            <a:off x="685800" y="8763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700"/>
            </a:lvl1pPr>
          </a:lstStyle>
          <a:p>
            <a:pPr algn="ctr"/>
            <a:r>
              <a:rPr lang="en-US" sz="27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18" name="customer-role-0 Placeholder"/>
          <p:cNvSpPr>
            <a:spLocks noGrp="1"/>
          </p:cNvSpPr>
          <p:nvPr>
            <p:ph type="body" idx="1"/>
          </p:nvPr>
        </p:nvSpPr>
        <p:spPr>
          <a:xfrm>
            <a:off x="685800" y="2895600"/>
            <a:ext cx="3429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9" name="role-name-0 Placeholder"/>
          <p:cNvSpPr>
            <a:spLocks noGrp="1"/>
          </p:cNvSpPr>
          <p:nvPr>
            <p:ph type="body" idx="6"/>
          </p:nvPr>
        </p:nvSpPr>
        <p:spPr>
          <a:xfrm>
            <a:off x="4838700" y="2971800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0" name="provider-role-0 Placeholder"/>
          <p:cNvSpPr>
            <a:spLocks noGrp="1"/>
          </p:cNvSpPr>
          <p:nvPr>
            <p:ph type="body" idx="11"/>
          </p:nvPr>
        </p:nvSpPr>
        <p:spPr>
          <a:xfrm>
            <a:off x="7353300" y="2895600"/>
            <a:ext cx="41529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1" name="customer-role-1 Placeholder"/>
          <p:cNvSpPr>
            <a:spLocks noGrp="1"/>
          </p:cNvSpPr>
          <p:nvPr>
            <p:ph type="body" idx="2"/>
          </p:nvPr>
        </p:nvSpPr>
        <p:spPr>
          <a:xfrm>
            <a:off x="685800" y="3505200"/>
            <a:ext cx="3429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2" name="role-name-1 Placeholder"/>
          <p:cNvSpPr>
            <a:spLocks noGrp="1"/>
          </p:cNvSpPr>
          <p:nvPr>
            <p:ph type="body" idx="7"/>
          </p:nvPr>
        </p:nvSpPr>
        <p:spPr>
          <a:xfrm>
            <a:off x="4838700" y="3581400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3" name="provider-role-1 Placeholder"/>
          <p:cNvSpPr>
            <a:spLocks noGrp="1"/>
          </p:cNvSpPr>
          <p:nvPr>
            <p:ph type="body" idx="12"/>
          </p:nvPr>
        </p:nvSpPr>
        <p:spPr>
          <a:xfrm>
            <a:off x="7353300" y="3505200"/>
            <a:ext cx="41529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4" name="customer-role-2 Placeholder"/>
          <p:cNvSpPr>
            <a:spLocks noGrp="1"/>
          </p:cNvSpPr>
          <p:nvPr>
            <p:ph type="body" idx="3"/>
          </p:nvPr>
        </p:nvSpPr>
        <p:spPr>
          <a:xfrm>
            <a:off x="685800" y="4114800"/>
            <a:ext cx="3429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5" name="role-name-2 Placeholder"/>
          <p:cNvSpPr>
            <a:spLocks noGrp="1"/>
          </p:cNvSpPr>
          <p:nvPr>
            <p:ph type="body" idx="8"/>
          </p:nvPr>
        </p:nvSpPr>
        <p:spPr>
          <a:xfrm>
            <a:off x="4838700" y="4191000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6" name="provider-role-2 Placeholder"/>
          <p:cNvSpPr>
            <a:spLocks noGrp="1"/>
          </p:cNvSpPr>
          <p:nvPr>
            <p:ph type="body" idx="13"/>
          </p:nvPr>
        </p:nvSpPr>
        <p:spPr>
          <a:xfrm>
            <a:off x="7353300" y="4114800"/>
            <a:ext cx="41529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7" name="customer-role-3 Placeholder"/>
          <p:cNvSpPr>
            <a:spLocks noGrp="1"/>
          </p:cNvSpPr>
          <p:nvPr>
            <p:ph type="body" idx="4"/>
          </p:nvPr>
        </p:nvSpPr>
        <p:spPr>
          <a:xfrm>
            <a:off x="685800" y="4724400"/>
            <a:ext cx="3429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8" name="role-name-3 Placeholder"/>
          <p:cNvSpPr>
            <a:spLocks noGrp="1"/>
          </p:cNvSpPr>
          <p:nvPr>
            <p:ph type="body" idx="9"/>
          </p:nvPr>
        </p:nvSpPr>
        <p:spPr>
          <a:xfrm>
            <a:off x="4838700" y="4800600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9" name="provider-role-3 Placeholder"/>
          <p:cNvSpPr>
            <a:spLocks noGrp="1"/>
          </p:cNvSpPr>
          <p:nvPr>
            <p:ph type="body" idx="14"/>
          </p:nvPr>
        </p:nvSpPr>
        <p:spPr>
          <a:xfrm>
            <a:off x="7353300" y="4724400"/>
            <a:ext cx="41529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30" name="customer-role-4 Placeholder"/>
          <p:cNvSpPr>
            <a:spLocks noGrp="1"/>
          </p:cNvSpPr>
          <p:nvPr>
            <p:ph type="body" idx="5"/>
          </p:nvPr>
        </p:nvSpPr>
        <p:spPr>
          <a:xfrm>
            <a:off x="685800" y="5334000"/>
            <a:ext cx="3429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31" name="role-name-4 Placeholder"/>
          <p:cNvSpPr>
            <a:spLocks noGrp="1"/>
          </p:cNvSpPr>
          <p:nvPr>
            <p:ph type="body" idx="10"/>
          </p:nvPr>
        </p:nvSpPr>
        <p:spPr>
          <a:xfrm>
            <a:off x="4838700" y="5410200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32" name="provider-role-4 Placeholder"/>
          <p:cNvSpPr>
            <a:spLocks noGrp="1"/>
          </p:cNvSpPr>
          <p:nvPr>
            <p:ph type="body" idx="15"/>
          </p:nvPr>
        </p:nvSpPr>
        <p:spPr>
          <a:xfrm>
            <a:off x="7353300" y="5334000"/>
            <a:ext cx="41529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158011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ase_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rule Layout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376F5"/>
          </a:solidFill>
          <a:ln>
            <a:noFill/>
          </a:ln>
        </p:spPr>
      </p:sp>
      <p:sp>
        <p:nvSpPr>
          <p:cNvPr id="3" name="section-pill Layout"/>
          <p:cNvSpPr/>
          <p:nvPr/>
        </p:nvSpPr>
        <p:spPr>
          <a:xfrm>
            <a:off x="457200" y="247650"/>
            <a:ext cx="11277600" cy="400050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>
            <a:noFill/>
          </a:ln>
        </p:spPr>
      </p:sp>
      <p:sp>
        <p:nvSpPr>
          <p:cNvPr id="4" name="case-0 Layout"/>
          <p:cNvSpPr/>
          <p:nvPr/>
        </p:nvSpPr>
        <p:spPr>
          <a:xfrm>
            <a:off x="685800" y="2266950"/>
            <a:ext cx="3333750" cy="3238500"/>
          </a:xfrm>
          <a:prstGeom prst="roundRect">
            <a:avLst>
              <a:gd name="adj" fmla="val 6471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5" name="case-head-0 Layout"/>
          <p:cNvSpPr/>
          <p:nvPr/>
        </p:nvSpPr>
        <p:spPr>
          <a:xfrm>
            <a:off x="914400" y="2457450"/>
            <a:ext cx="2876550" cy="419100"/>
          </a:xfrm>
          <a:prstGeom prst="roundRect">
            <a:avLst>
              <a:gd name="adj" fmla="val 50000"/>
            </a:avLst>
          </a:prstGeom>
          <a:solidFill>
            <a:srgbClr val="2376F5"/>
          </a:solidFill>
          <a:ln>
            <a:noFill/>
          </a:ln>
        </p:spPr>
      </p:sp>
      <p:sp>
        <p:nvSpPr>
          <p:cNvPr id="6" name="case-image-0 Layout"/>
          <p:cNvSpPr/>
          <p:nvPr/>
        </p:nvSpPr>
        <p:spPr>
          <a:xfrm>
            <a:off x="914400" y="3028950"/>
            <a:ext cx="2876550" cy="1066800"/>
          </a:xfrm>
          <a:prstGeom prst="roundRect">
            <a:avLst>
              <a:gd name="adj" fmla="val 16071"/>
            </a:avLst>
          </a:prstGeom>
          <a:solidFill>
            <a:srgbClr val="DCE8FF"/>
          </a:solidFill>
          <a:ln>
            <a:noFill/>
          </a:ln>
        </p:spPr>
      </p:sp>
      <p:sp>
        <p:nvSpPr>
          <p:cNvPr id="7" name="case-copy-0 Layout"/>
          <p:cNvSpPr/>
          <p:nvPr/>
        </p:nvSpPr>
        <p:spPr>
          <a:xfrm>
            <a:off x="914400" y="4267200"/>
            <a:ext cx="2876550" cy="99060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" name="case-1 Layout"/>
          <p:cNvSpPr/>
          <p:nvPr/>
        </p:nvSpPr>
        <p:spPr>
          <a:xfrm>
            <a:off x="4429125" y="2266950"/>
            <a:ext cx="3333750" cy="3238500"/>
          </a:xfrm>
          <a:prstGeom prst="roundRect">
            <a:avLst>
              <a:gd name="adj" fmla="val 6471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9" name="case-head-1 Layout"/>
          <p:cNvSpPr/>
          <p:nvPr/>
        </p:nvSpPr>
        <p:spPr>
          <a:xfrm>
            <a:off x="4657725" y="2457450"/>
            <a:ext cx="2876550" cy="419100"/>
          </a:xfrm>
          <a:prstGeom prst="roundRect">
            <a:avLst>
              <a:gd name="adj" fmla="val 50000"/>
            </a:avLst>
          </a:prstGeom>
          <a:solidFill>
            <a:srgbClr val="5BC0EB"/>
          </a:solidFill>
          <a:ln>
            <a:noFill/>
          </a:ln>
        </p:spPr>
      </p:sp>
      <p:sp>
        <p:nvSpPr>
          <p:cNvPr id="10" name="case-image-1 Layout"/>
          <p:cNvSpPr/>
          <p:nvPr/>
        </p:nvSpPr>
        <p:spPr>
          <a:xfrm>
            <a:off x="4657725" y="3028950"/>
            <a:ext cx="2876550" cy="1066800"/>
          </a:xfrm>
          <a:prstGeom prst="roundRect">
            <a:avLst>
              <a:gd name="adj" fmla="val 16071"/>
            </a:avLst>
          </a:prstGeom>
          <a:solidFill>
            <a:srgbClr val="DCE8FF"/>
          </a:solidFill>
          <a:ln>
            <a:noFill/>
          </a:ln>
        </p:spPr>
      </p:sp>
      <p:sp>
        <p:nvSpPr>
          <p:cNvPr id="11" name="case-copy-1 Layout"/>
          <p:cNvSpPr/>
          <p:nvPr/>
        </p:nvSpPr>
        <p:spPr>
          <a:xfrm>
            <a:off x="4657725" y="4267200"/>
            <a:ext cx="2876550" cy="99060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" name="case-2 Layout"/>
          <p:cNvSpPr/>
          <p:nvPr/>
        </p:nvSpPr>
        <p:spPr>
          <a:xfrm>
            <a:off x="8172450" y="2266950"/>
            <a:ext cx="3333750" cy="3238500"/>
          </a:xfrm>
          <a:prstGeom prst="roundRect">
            <a:avLst>
              <a:gd name="adj" fmla="val 6471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13" name="case-head-2 Layout"/>
          <p:cNvSpPr/>
          <p:nvPr/>
        </p:nvSpPr>
        <p:spPr>
          <a:xfrm>
            <a:off x="8401050" y="2457450"/>
            <a:ext cx="2876550" cy="419100"/>
          </a:xfrm>
          <a:prstGeom prst="roundRect">
            <a:avLst>
              <a:gd name="adj" fmla="val 50000"/>
            </a:avLst>
          </a:prstGeom>
          <a:solidFill>
            <a:srgbClr val="2376F5"/>
          </a:solidFill>
          <a:ln>
            <a:noFill/>
          </a:ln>
        </p:spPr>
      </p:sp>
      <p:sp>
        <p:nvSpPr>
          <p:cNvPr id="14" name="case-image-2 Layout"/>
          <p:cNvSpPr/>
          <p:nvPr/>
        </p:nvSpPr>
        <p:spPr>
          <a:xfrm>
            <a:off x="8401050" y="3028950"/>
            <a:ext cx="2876550" cy="1066800"/>
          </a:xfrm>
          <a:prstGeom prst="roundRect">
            <a:avLst>
              <a:gd name="adj" fmla="val 16071"/>
            </a:avLst>
          </a:prstGeom>
          <a:solidFill>
            <a:srgbClr val="DCE8FF"/>
          </a:solidFill>
          <a:ln>
            <a:noFill/>
          </a:ln>
        </p:spPr>
      </p:sp>
      <p:sp>
        <p:nvSpPr>
          <p:cNvPr id="15" name="case-copy-2 Layout"/>
          <p:cNvSpPr/>
          <p:nvPr/>
        </p:nvSpPr>
        <p:spPr>
          <a:xfrm>
            <a:off x="8401050" y="4267200"/>
            <a:ext cx="2876550" cy="99060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footer-rule Layout"/>
          <p:cNvSpPr/>
          <p:nvPr/>
        </p:nvSpPr>
        <p:spPr>
          <a:xfrm>
            <a:off x="457200" y="6496050"/>
            <a:ext cx="11277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7" name="page-title Placeholder"/>
          <p:cNvSpPr>
            <a:spLocks noGrp="1"/>
          </p:cNvSpPr>
          <p:nvPr>
            <p:ph type="title" idx="0"/>
          </p:nvPr>
        </p:nvSpPr>
        <p:spPr>
          <a:xfrm>
            <a:off x="685800" y="8763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700"/>
            </a:lvl1pPr>
          </a:lstStyle>
          <a:p>
            <a:pPr algn="ctr"/>
            <a:r>
              <a:rPr lang="en-US" sz="27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18" name="case-title-0 Placeholder"/>
          <p:cNvSpPr>
            <a:spLocks noGrp="1"/>
          </p:cNvSpPr>
          <p:nvPr>
            <p:ph type="body" idx="1"/>
          </p:nvPr>
        </p:nvSpPr>
        <p:spPr>
          <a:xfrm>
            <a:off x="914400" y="2457450"/>
            <a:ext cx="28765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9" name="case-copy-slot-0 Placeholder"/>
          <p:cNvSpPr>
            <a:spLocks noGrp="1"/>
          </p:cNvSpPr>
          <p:nvPr>
            <p:ph type="body" idx="4"/>
          </p:nvPr>
        </p:nvSpPr>
        <p:spPr>
          <a:xfrm>
            <a:off x="1066800" y="4400550"/>
            <a:ext cx="25717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0" name="case-title-1 Placeholder"/>
          <p:cNvSpPr>
            <a:spLocks noGrp="1"/>
          </p:cNvSpPr>
          <p:nvPr>
            <p:ph type="body" idx="2"/>
          </p:nvPr>
        </p:nvSpPr>
        <p:spPr>
          <a:xfrm>
            <a:off x="4657725" y="2457450"/>
            <a:ext cx="28765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1" name="case-copy-slot-1 Placeholder"/>
          <p:cNvSpPr>
            <a:spLocks noGrp="1"/>
          </p:cNvSpPr>
          <p:nvPr>
            <p:ph type="body" idx="5"/>
          </p:nvPr>
        </p:nvSpPr>
        <p:spPr>
          <a:xfrm>
            <a:off x="4810125" y="4400550"/>
            <a:ext cx="25717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2" name="case-title-2 Placeholder"/>
          <p:cNvSpPr>
            <a:spLocks noGrp="1"/>
          </p:cNvSpPr>
          <p:nvPr>
            <p:ph type="body" idx="3"/>
          </p:nvPr>
        </p:nvSpPr>
        <p:spPr>
          <a:xfrm>
            <a:off x="8401050" y="2457450"/>
            <a:ext cx="28765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3" name="case-copy-slot-2 Placeholder"/>
          <p:cNvSpPr>
            <a:spLocks noGrp="1"/>
          </p:cNvSpPr>
          <p:nvPr>
            <p:ph type="body" idx="6"/>
          </p:nvPr>
        </p:nvSpPr>
        <p:spPr>
          <a:xfrm>
            <a:off x="8553450" y="4400550"/>
            <a:ext cx="25717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8932781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aq_row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rule Layout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376F5"/>
          </a:solidFill>
          <a:ln>
            <a:noFill/>
          </a:ln>
        </p:spPr>
      </p:sp>
      <p:sp>
        <p:nvSpPr>
          <p:cNvPr id="3" name="section-pill Layout"/>
          <p:cNvSpPr/>
          <p:nvPr/>
        </p:nvSpPr>
        <p:spPr>
          <a:xfrm>
            <a:off x="457200" y="247650"/>
            <a:ext cx="11277600" cy="400050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>
            <a:noFill/>
          </a:ln>
        </p:spPr>
      </p:sp>
      <p:sp>
        <p:nvSpPr>
          <p:cNvPr id="4" name="person Layout"/>
          <p:cNvSpPr/>
          <p:nvPr/>
        </p:nvSpPr>
        <p:spPr>
          <a:xfrm>
            <a:off x="685800" y="2381250"/>
            <a:ext cx="1714500" cy="3238500"/>
          </a:xfrm>
          <a:prstGeom prst="roundRect">
            <a:avLst>
              <a:gd name="adj" fmla="val 10000"/>
            </a:avLst>
          </a:prstGeom>
          <a:solidFill>
            <a:srgbClr val="DCE8FF"/>
          </a:solidFill>
          <a:ln>
            <a:noFill/>
          </a:ln>
        </p:spPr>
      </p:sp>
      <p:sp>
        <p:nvSpPr>
          <p:cNvPr id="5" name="marks Layout"/>
          <p:cNvSpPr/>
          <p:nvPr/>
        </p:nvSpPr>
        <p:spPr>
          <a:xfrm>
            <a:off x="1047750" y="2114550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DCE8FF"/>
          </a:solidFill>
          <a:ln>
            <a:noFill/>
          </a:ln>
        </p:spPr>
      </p:sp>
      <p:sp>
        <p:nvSpPr>
          <p:cNvPr id="6" name="q-0 Layout"/>
          <p:cNvSpPr/>
          <p:nvPr/>
        </p:nvSpPr>
        <p:spPr>
          <a:xfrm>
            <a:off x="2667000" y="2286000"/>
            <a:ext cx="3143250" cy="742950"/>
          </a:xfrm>
          <a:prstGeom prst="roundRect">
            <a:avLst>
              <a:gd name="adj" fmla="val 23077"/>
            </a:avLst>
          </a:prstGeom>
          <a:solidFill>
            <a:srgbClr val="2376F5"/>
          </a:solidFill>
          <a:ln>
            <a:noFill/>
          </a:ln>
        </p:spPr>
      </p:sp>
      <p:sp>
        <p:nvSpPr>
          <p:cNvPr id="7" name="ans-0 Layout"/>
          <p:cNvSpPr/>
          <p:nvPr/>
        </p:nvSpPr>
        <p:spPr>
          <a:xfrm>
            <a:off x="6019800" y="2286000"/>
            <a:ext cx="5486400" cy="742950"/>
          </a:xfrm>
          <a:prstGeom prst="roundRect">
            <a:avLst>
              <a:gd name="adj" fmla="val 23077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8" name="q-1 Layout"/>
          <p:cNvSpPr/>
          <p:nvPr/>
        </p:nvSpPr>
        <p:spPr>
          <a:xfrm>
            <a:off x="2667000" y="3238500"/>
            <a:ext cx="3143250" cy="742950"/>
          </a:xfrm>
          <a:prstGeom prst="roundRect">
            <a:avLst>
              <a:gd name="adj" fmla="val 23077"/>
            </a:avLst>
          </a:prstGeom>
          <a:solidFill>
            <a:srgbClr val="2376F5"/>
          </a:solidFill>
          <a:ln>
            <a:noFill/>
          </a:ln>
        </p:spPr>
      </p:sp>
      <p:sp>
        <p:nvSpPr>
          <p:cNvPr id="9" name="ans-1 Layout"/>
          <p:cNvSpPr/>
          <p:nvPr/>
        </p:nvSpPr>
        <p:spPr>
          <a:xfrm>
            <a:off x="6019800" y="3238500"/>
            <a:ext cx="5486400" cy="742950"/>
          </a:xfrm>
          <a:prstGeom prst="roundRect">
            <a:avLst>
              <a:gd name="adj" fmla="val 23077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10" name="q-2 Layout"/>
          <p:cNvSpPr/>
          <p:nvPr/>
        </p:nvSpPr>
        <p:spPr>
          <a:xfrm>
            <a:off x="2667000" y="4191000"/>
            <a:ext cx="3143250" cy="742950"/>
          </a:xfrm>
          <a:prstGeom prst="roundRect">
            <a:avLst>
              <a:gd name="adj" fmla="val 23077"/>
            </a:avLst>
          </a:prstGeom>
          <a:solidFill>
            <a:srgbClr val="2376F5"/>
          </a:solidFill>
          <a:ln>
            <a:noFill/>
          </a:ln>
        </p:spPr>
      </p:sp>
      <p:sp>
        <p:nvSpPr>
          <p:cNvPr id="11" name="ans-2 Layout"/>
          <p:cNvSpPr/>
          <p:nvPr/>
        </p:nvSpPr>
        <p:spPr>
          <a:xfrm>
            <a:off x="6019800" y="4191000"/>
            <a:ext cx="5486400" cy="742950"/>
          </a:xfrm>
          <a:prstGeom prst="roundRect">
            <a:avLst>
              <a:gd name="adj" fmla="val 23077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12" name="q-3 Layout"/>
          <p:cNvSpPr/>
          <p:nvPr/>
        </p:nvSpPr>
        <p:spPr>
          <a:xfrm>
            <a:off x="2667000" y="5143500"/>
            <a:ext cx="3143250" cy="742950"/>
          </a:xfrm>
          <a:prstGeom prst="roundRect">
            <a:avLst>
              <a:gd name="adj" fmla="val 23077"/>
            </a:avLst>
          </a:prstGeom>
          <a:solidFill>
            <a:srgbClr val="2376F5"/>
          </a:solidFill>
          <a:ln>
            <a:noFill/>
          </a:ln>
        </p:spPr>
      </p:sp>
      <p:sp>
        <p:nvSpPr>
          <p:cNvPr id="13" name="ans-3 Layout"/>
          <p:cNvSpPr/>
          <p:nvPr/>
        </p:nvSpPr>
        <p:spPr>
          <a:xfrm>
            <a:off x="6019800" y="5143500"/>
            <a:ext cx="5486400" cy="742950"/>
          </a:xfrm>
          <a:prstGeom prst="roundRect">
            <a:avLst>
              <a:gd name="adj" fmla="val 23077"/>
            </a:avLst>
          </a:prstGeom>
          <a:solidFill>
            <a:srgbClr val="F1F6FF"/>
          </a:solidFill>
          <a:ln>
            <a:noFill/>
          </a:ln>
        </p:spPr>
      </p:sp>
      <p:sp>
        <p:nvSpPr>
          <p:cNvPr id="14" name="footer-rule Layout"/>
          <p:cNvSpPr/>
          <p:nvPr/>
        </p:nvSpPr>
        <p:spPr>
          <a:xfrm>
            <a:off x="457200" y="6496050"/>
            <a:ext cx="11277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5" name="page-title Placeholder"/>
          <p:cNvSpPr>
            <a:spLocks noGrp="1"/>
          </p:cNvSpPr>
          <p:nvPr>
            <p:ph type="title" idx="0"/>
          </p:nvPr>
        </p:nvSpPr>
        <p:spPr>
          <a:xfrm>
            <a:off x="685800" y="8763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700"/>
            </a:lvl1pPr>
          </a:lstStyle>
          <a:p>
            <a:pPr algn="ctr"/>
            <a:r>
              <a:rPr lang="en-US" sz="27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16" name="q-slot-0 Placeholder"/>
          <p:cNvSpPr>
            <a:spLocks noGrp="1"/>
          </p:cNvSpPr>
          <p:nvPr>
            <p:ph type="body" idx="1"/>
          </p:nvPr>
        </p:nvSpPr>
        <p:spPr>
          <a:xfrm>
            <a:off x="2667000" y="2286000"/>
            <a:ext cx="31432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7" name="ans-slot-0 Placeholder"/>
          <p:cNvSpPr>
            <a:spLocks noGrp="1"/>
          </p:cNvSpPr>
          <p:nvPr>
            <p:ph type="body" idx="5"/>
          </p:nvPr>
        </p:nvSpPr>
        <p:spPr>
          <a:xfrm>
            <a:off x="6019800" y="2286000"/>
            <a:ext cx="54864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8" name="q-slot-1 Placeholder"/>
          <p:cNvSpPr>
            <a:spLocks noGrp="1"/>
          </p:cNvSpPr>
          <p:nvPr>
            <p:ph type="body" idx="2"/>
          </p:nvPr>
        </p:nvSpPr>
        <p:spPr>
          <a:xfrm>
            <a:off x="2667000" y="3238500"/>
            <a:ext cx="31432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9" name="ans-slot-1 Placeholder"/>
          <p:cNvSpPr>
            <a:spLocks noGrp="1"/>
          </p:cNvSpPr>
          <p:nvPr>
            <p:ph type="body" idx="6"/>
          </p:nvPr>
        </p:nvSpPr>
        <p:spPr>
          <a:xfrm>
            <a:off x="6019800" y="3238500"/>
            <a:ext cx="54864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0" name="q-slot-2 Placeholder"/>
          <p:cNvSpPr>
            <a:spLocks noGrp="1"/>
          </p:cNvSpPr>
          <p:nvPr>
            <p:ph type="body" idx="3"/>
          </p:nvPr>
        </p:nvSpPr>
        <p:spPr>
          <a:xfrm>
            <a:off x="2667000" y="4191000"/>
            <a:ext cx="31432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1" name="ans-slot-2 Placeholder"/>
          <p:cNvSpPr>
            <a:spLocks noGrp="1"/>
          </p:cNvSpPr>
          <p:nvPr>
            <p:ph type="body" idx="7"/>
          </p:nvPr>
        </p:nvSpPr>
        <p:spPr>
          <a:xfrm>
            <a:off x="6019800" y="4191000"/>
            <a:ext cx="54864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2" name="q-slot-3 Placeholder"/>
          <p:cNvSpPr>
            <a:spLocks noGrp="1"/>
          </p:cNvSpPr>
          <p:nvPr>
            <p:ph type="body" idx="4"/>
          </p:nvPr>
        </p:nvSpPr>
        <p:spPr>
          <a:xfrm>
            <a:off x="2667000" y="5143500"/>
            <a:ext cx="31432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3" name="ans-slot-3 Placeholder"/>
          <p:cNvSpPr>
            <a:spLocks noGrp="1"/>
          </p:cNvSpPr>
          <p:nvPr>
            <p:ph type="body" idx="8"/>
          </p:nvPr>
        </p:nvSpPr>
        <p:spPr>
          <a:xfrm>
            <a:off x="6019800" y="5143500"/>
            <a:ext cx="54864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375658533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  <Relationship Id="rId17" Type="http://schemas.openxmlformats.org/officeDocument/2006/relationships/slideLayout" Target="../slideLayouts/slideLayout16.xml"/>
  <Relationship Id="rId18" Type="http://schemas.openxmlformats.org/officeDocument/2006/relationships/slideLayout" Target="../slideLayouts/slideLayout17.xml"/>
  <Relationship Id="rId19" Type="http://schemas.openxmlformats.org/officeDocument/2006/relationships/slideLayout" Target="../slideLayouts/slideLayout18.xml"/>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HR Solution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8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6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8.xml"/>
</Relationships>
</file>

<file path=ppt/slides/slide1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 txBox="1"/>
          <p:nvPr/>
        </p:nvSpPr>
        <p:spPr>
          <a:xfrm>
            <a:off x="679704" y="384810"/>
            <a:ext cx="19000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04. Legal understanding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71404" y="384810"/>
            <a:ext cx="8829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HR Solution</a:t>
            </a:r>
          </a:p>
        </p:txBody>
      </p:sp>
      <p:sp>
        <p:nvSpPr>
          <p:cNvPr id="22" name="page-title Placeholder Carrier"/>
          <p:cNvSpPr txBox="1"/>
          <p:nvPr>
            <p:ph type="title" idx="0"/>
          </p:nvPr>
        </p:nvSpPr>
        <p:spPr>
          <a:xfrm>
            <a:off x="685800" y="8763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27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8942" y="1664018"/>
            <a:ext cx="77074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Judge the actual operating model and command structure, not only the contract title.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42862" y="3820478"/>
            <a:ext cx="6014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Dispatch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29919" y="3820478"/>
            <a:ext cx="6370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</a:t>
            </a:r>
          </a:p>
        </p:txBody>
      </p:sp>
      <p:sp>
        <p:nvSpPr>
          <p:cNvPr id="26" name="ls-0 Placeholder Carrier"/>
          <p:cNvSpPr txBox="1"/>
          <p:nvPr>
            <p:ph type="body" idx="1"/>
          </p:nvPr>
        </p:nvSpPr>
        <p:spPr>
          <a:xfrm>
            <a:off x="914400" y="2724150"/>
            <a:ext cx="3733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Work direction</a:t>
            </a:r>
          </a:p>
        </p:txBody>
      </p:sp>
      <p:sp>
        <p:nvSpPr>
          <p:cNvPr id="27" name="rs-0 Placeholder Carrier"/>
          <p:cNvSpPr txBox="1"/>
          <p:nvPr>
            <p:ph type="body" idx="6"/>
          </p:nvPr>
        </p:nvSpPr>
        <p:spPr>
          <a:xfrm>
            <a:off x="7543800" y="2724150"/>
            <a:ext cx="3733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Work direction</a:t>
            </a:r>
          </a:p>
        </p:txBody>
      </p:sp>
      <p:sp>
        <p:nvSpPr>
          <p:cNvPr id="28" name="ls-1 Placeholder Carrier"/>
          <p:cNvSpPr txBox="1"/>
          <p:nvPr>
            <p:ph type="body" idx="2"/>
          </p:nvPr>
        </p:nvSpPr>
        <p:spPr>
          <a:xfrm>
            <a:off x="914400" y="3276600"/>
            <a:ext cx="3733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Attendance</a:t>
            </a:r>
          </a:p>
        </p:txBody>
      </p:sp>
      <p:sp>
        <p:nvSpPr>
          <p:cNvPr id="29" name="rs-1 Placeholder Carrier"/>
          <p:cNvSpPr txBox="1"/>
          <p:nvPr>
            <p:ph type="body" idx="7"/>
          </p:nvPr>
        </p:nvSpPr>
        <p:spPr>
          <a:xfrm>
            <a:off x="7543800" y="3276600"/>
            <a:ext cx="3733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Attendance</a:t>
            </a:r>
          </a:p>
        </p:txBody>
      </p:sp>
      <p:sp>
        <p:nvSpPr>
          <p:cNvPr id="30" name="ls-2 Placeholder Carrier"/>
          <p:cNvSpPr txBox="1"/>
          <p:nvPr>
            <p:ph type="body" idx="3"/>
          </p:nvPr>
        </p:nvSpPr>
        <p:spPr>
          <a:xfrm>
            <a:off x="914400" y="3829050"/>
            <a:ext cx="3733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Performance</a:t>
            </a:r>
          </a:p>
        </p:txBody>
      </p:sp>
      <p:sp>
        <p:nvSpPr>
          <p:cNvPr id="31" name="rs-2 Placeholder Carrier"/>
          <p:cNvSpPr txBox="1"/>
          <p:nvPr>
            <p:ph type="body" idx="8"/>
          </p:nvPr>
        </p:nvSpPr>
        <p:spPr>
          <a:xfrm>
            <a:off x="7543800" y="3829050"/>
            <a:ext cx="3733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Performance</a:t>
            </a:r>
          </a:p>
        </p:txBody>
      </p:sp>
      <p:sp>
        <p:nvSpPr>
          <p:cNvPr id="32" name="ls-3 Placeholder Carrier"/>
          <p:cNvSpPr txBox="1"/>
          <p:nvPr>
            <p:ph type="body" idx="4"/>
          </p:nvPr>
        </p:nvSpPr>
        <p:spPr>
          <a:xfrm>
            <a:off x="914400" y="4381500"/>
            <a:ext cx="3733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Legal basis</a:t>
            </a:r>
          </a:p>
        </p:txBody>
      </p:sp>
      <p:sp>
        <p:nvSpPr>
          <p:cNvPr id="33" name="rs-3 Placeholder Carrier"/>
          <p:cNvSpPr txBox="1"/>
          <p:nvPr>
            <p:ph type="body" idx="9"/>
          </p:nvPr>
        </p:nvSpPr>
        <p:spPr>
          <a:xfrm>
            <a:off x="7543800" y="4381500"/>
            <a:ext cx="3733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Legal basis</a:t>
            </a:r>
          </a:p>
        </p:txBody>
      </p:sp>
      <p:sp>
        <p:nvSpPr>
          <p:cNvPr id="34" name="ls-4 Placeholder Carrier"/>
          <p:cNvSpPr txBox="1"/>
          <p:nvPr>
            <p:ph type="body" idx="5"/>
          </p:nvPr>
        </p:nvSpPr>
        <p:spPr>
          <a:xfrm>
            <a:off x="914400" y="4933950"/>
            <a:ext cx="3733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Caution</a:t>
            </a:r>
          </a:p>
        </p:txBody>
      </p:sp>
      <p:sp>
        <p:nvSpPr>
          <p:cNvPr id="35" name="rs-4 Placeholder Carrier"/>
          <p:cNvSpPr txBox="1"/>
          <p:nvPr>
            <p:ph type="body" idx="10"/>
          </p:nvPr>
        </p:nvSpPr>
        <p:spPr>
          <a:xfrm>
            <a:off x="7543800" y="4933950"/>
            <a:ext cx="3733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Caution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81038" y="6627495"/>
            <a:ext cx="132173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Proposal visual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/>
          <p:cNvSpPr txBox="1"/>
          <p:nvPr/>
        </p:nvSpPr>
        <p:spPr>
          <a:xfrm>
            <a:off x="679704" y="384810"/>
            <a:ext cx="16819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06. Adoption decision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71404" y="384810"/>
            <a:ext cx="8829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HR Solution</a:t>
            </a:r>
          </a:p>
        </p:txBody>
      </p:sp>
      <p:sp>
        <p:nvSpPr>
          <p:cNvPr id="17" name="page-title Placeholder Carrier"/>
          <p:cNvSpPr txBox="1"/>
          <p:nvPr>
            <p:ph type="title" idx="0"/>
          </p:nvPr>
        </p:nvSpPr>
        <p:spPr>
          <a:xfrm>
            <a:off x="685800" y="8763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27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8942" y="1664018"/>
            <a:ext cx="450867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Choose by hiring purpose and operating structure.</a:t>
            </a:r>
          </a:p>
        </p:txBody>
      </p:sp>
      <p:sp>
        <p:nvSpPr>
          <p:cNvPr id="19" name="q-0 Placeholder Carrier"/>
          <p:cNvSpPr txBox="1"/>
          <p:nvPr>
            <p:ph type="body" idx="1"/>
          </p:nvPr>
        </p:nvSpPr>
        <p:spPr>
          <a:xfrm>
            <a:off x="933450" y="2628900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Need short-term staff?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89524" y="3762375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1" name="a-0 Placeholder Carrier"/>
          <p:cNvSpPr txBox="1"/>
          <p:nvPr>
            <p:ph type="body" idx="4"/>
          </p:nvPr>
        </p:nvSpPr>
        <p:spPr>
          <a:xfrm>
            <a:off x="1066800" y="4400550"/>
            <a:ext cx="25717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Staffing is a fit.</a:t>
            </a:r>
          </a:p>
        </p:txBody>
      </p:sp>
      <p:sp>
        <p:nvSpPr>
          <p:cNvPr id="22" name="q-1 Placeholder Carrier"/>
          <p:cNvSpPr txBox="1"/>
          <p:nvPr>
            <p:ph type="body" idx="2"/>
          </p:nvPr>
        </p:nvSpPr>
        <p:spPr>
          <a:xfrm>
            <a:off x="4648200" y="2628900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Hiring often, low internal capacity?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04274" y="3762375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4" name="a-1 Placeholder Carrier"/>
          <p:cNvSpPr txBox="1"/>
          <p:nvPr>
            <p:ph type="body" idx="5"/>
          </p:nvPr>
        </p:nvSpPr>
        <p:spPr>
          <a:xfrm>
            <a:off x="4781550" y="4400550"/>
            <a:ext cx="25717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Recruiting agency is efficient.</a:t>
            </a:r>
          </a:p>
        </p:txBody>
      </p:sp>
      <p:sp>
        <p:nvSpPr>
          <p:cNvPr id="25" name="q-2 Placeholder Carrier"/>
          <p:cNvSpPr txBox="1"/>
          <p:nvPr>
            <p:ph type="body" idx="3"/>
          </p:nvPr>
        </p:nvSpPr>
        <p:spPr>
          <a:xfrm>
            <a:off x="8362950" y="2628900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Need operating model review?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19024" y="3762375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7" name="a-2 Placeholder Carrier"/>
          <p:cNvSpPr txBox="1"/>
          <p:nvPr>
            <p:ph type="body" idx="6"/>
          </p:nvPr>
        </p:nvSpPr>
        <p:spPr>
          <a:xfrm>
            <a:off x="8496300" y="4400550"/>
            <a:ext cx="25717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Labor consulting comes first.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1038" y="6627495"/>
            <a:ext cx="132173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Proposal visual module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679704" y="384810"/>
            <a:ext cx="956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07. Process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71404" y="384810"/>
            <a:ext cx="8829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HR Solution</a:t>
            </a:r>
          </a:p>
        </p:txBody>
      </p:sp>
      <p:sp>
        <p:nvSpPr>
          <p:cNvPr id="18" name="page-title Placeholder Carrier"/>
          <p:cNvSpPr txBox="1"/>
          <p:nvPr>
            <p:ph type="title" idx="0"/>
          </p:nvPr>
        </p:nvSpPr>
        <p:spPr>
          <a:xfrm>
            <a:off x="685800" y="8763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27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6592" y="2445068"/>
            <a:ext cx="57585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2376F5"/>
                </a:solidFill>
                <a:latin typeface="Arial"/>
                <a:ea typeface="Arial"/>
                <a:cs typeface="Arial"/>
              </a:rPr>
              <a:t>1 Step</a:t>
            </a:r>
          </a:p>
        </p:txBody>
      </p:sp>
      <p:sp>
        <p:nvSpPr>
          <p:cNvPr id="20" name="title-0 Placeholder Carrier"/>
          <p:cNvSpPr txBox="1"/>
          <p:nvPr>
            <p:ph type="body" idx="1"/>
          </p:nvPr>
        </p:nvSpPr>
        <p:spPr>
          <a:xfrm>
            <a:off x="933450" y="2705100"/>
            <a:ext cx="2667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Consultation</a:t>
            </a:r>
          </a:p>
        </p:txBody>
      </p:sp>
      <p:sp>
        <p:nvSpPr>
          <p:cNvPr id="21" name="desc-0 Placeholder Carrier"/>
          <p:cNvSpPr txBox="1"/>
          <p:nvPr>
            <p:ph type="body" idx="7"/>
          </p:nvPr>
        </p:nvSpPr>
        <p:spPr>
          <a:xfrm>
            <a:off x="933450" y="3105150"/>
            <a:ext cx="28384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Define and execute the model.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65949" y="2867025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41342" y="2445068"/>
            <a:ext cx="57585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2376F5"/>
                </a:solidFill>
                <a:latin typeface="Arial"/>
                <a:ea typeface="Arial"/>
                <a:cs typeface="Arial"/>
              </a:rPr>
              <a:t>2 Step</a:t>
            </a:r>
          </a:p>
        </p:txBody>
      </p:sp>
      <p:sp>
        <p:nvSpPr>
          <p:cNvPr id="24" name="title-1 Placeholder Carrier"/>
          <p:cNvSpPr txBox="1"/>
          <p:nvPr>
            <p:ph type="body" idx="2"/>
          </p:nvPr>
        </p:nvSpPr>
        <p:spPr>
          <a:xfrm>
            <a:off x="4648200" y="2705100"/>
            <a:ext cx="2667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Diagnosis</a:t>
            </a:r>
          </a:p>
        </p:txBody>
      </p:sp>
      <p:sp>
        <p:nvSpPr>
          <p:cNvPr id="25" name="desc-1 Placeholder Carrier"/>
          <p:cNvSpPr txBox="1"/>
          <p:nvPr>
            <p:ph type="body" idx="8"/>
          </p:nvPr>
        </p:nvSpPr>
        <p:spPr>
          <a:xfrm>
            <a:off x="4648200" y="3105150"/>
            <a:ext cx="28384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Define and execute the model.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880699" y="2867025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56092" y="2445068"/>
            <a:ext cx="57585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2376F5"/>
                </a:solidFill>
                <a:latin typeface="Arial"/>
                <a:ea typeface="Arial"/>
                <a:cs typeface="Arial"/>
              </a:rPr>
              <a:t>3 Step</a:t>
            </a:r>
          </a:p>
        </p:txBody>
      </p:sp>
      <p:sp>
        <p:nvSpPr>
          <p:cNvPr id="28" name="title-2 Placeholder Carrier"/>
          <p:cNvSpPr txBox="1"/>
          <p:nvPr>
            <p:ph type="body" idx="3"/>
          </p:nvPr>
        </p:nvSpPr>
        <p:spPr>
          <a:xfrm>
            <a:off x="8362950" y="2705100"/>
            <a:ext cx="2667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Operating proposal</a:t>
            </a:r>
          </a:p>
        </p:txBody>
      </p:sp>
      <p:sp>
        <p:nvSpPr>
          <p:cNvPr id="29" name="desc-2 Placeholder Carrier"/>
          <p:cNvSpPr txBox="1"/>
          <p:nvPr>
            <p:ph type="body" idx="9"/>
          </p:nvPr>
        </p:nvSpPr>
        <p:spPr>
          <a:xfrm>
            <a:off x="8362950" y="3105150"/>
            <a:ext cx="28384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Define and execute the model.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6592" y="4254818"/>
            <a:ext cx="57585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2376F5"/>
                </a:solidFill>
                <a:latin typeface="Arial"/>
                <a:ea typeface="Arial"/>
                <a:cs typeface="Arial"/>
              </a:rPr>
              <a:t>4 Step</a:t>
            </a:r>
          </a:p>
        </p:txBody>
      </p:sp>
      <p:sp>
        <p:nvSpPr>
          <p:cNvPr id="31" name="title-3 Placeholder Carrier"/>
          <p:cNvSpPr txBox="1"/>
          <p:nvPr>
            <p:ph type="body" idx="4"/>
          </p:nvPr>
        </p:nvSpPr>
        <p:spPr>
          <a:xfrm>
            <a:off x="933450" y="4514850"/>
            <a:ext cx="2667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Contract setup</a:t>
            </a:r>
          </a:p>
        </p:txBody>
      </p:sp>
      <p:sp>
        <p:nvSpPr>
          <p:cNvPr id="32" name="desc-3 Placeholder Carrier"/>
          <p:cNvSpPr txBox="1"/>
          <p:nvPr>
            <p:ph type="body" idx="10"/>
          </p:nvPr>
        </p:nvSpPr>
        <p:spPr>
          <a:xfrm>
            <a:off x="933450" y="4914900"/>
            <a:ext cx="28384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Define and execute the model.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165949" y="4676775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641342" y="4254818"/>
            <a:ext cx="57585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2376F5"/>
                </a:solidFill>
                <a:latin typeface="Arial"/>
                <a:ea typeface="Arial"/>
                <a:cs typeface="Arial"/>
              </a:rPr>
              <a:t>5 Step</a:t>
            </a:r>
          </a:p>
        </p:txBody>
      </p:sp>
      <p:sp>
        <p:nvSpPr>
          <p:cNvPr id="35" name="title-4 Placeholder Carrier"/>
          <p:cNvSpPr txBox="1"/>
          <p:nvPr>
            <p:ph type="body" idx="5"/>
          </p:nvPr>
        </p:nvSpPr>
        <p:spPr>
          <a:xfrm>
            <a:off x="4648200" y="4514850"/>
            <a:ext cx="2667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Hiring and placement</a:t>
            </a:r>
          </a:p>
        </p:txBody>
      </p:sp>
      <p:sp>
        <p:nvSpPr>
          <p:cNvPr id="36" name="desc-4 Placeholder Carrier"/>
          <p:cNvSpPr txBox="1"/>
          <p:nvPr>
            <p:ph type="body" idx="11"/>
          </p:nvPr>
        </p:nvSpPr>
        <p:spPr>
          <a:xfrm>
            <a:off x="4648200" y="4914900"/>
            <a:ext cx="28384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Define and execute the model.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880699" y="4676775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56092" y="4254818"/>
            <a:ext cx="57585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2376F5"/>
                </a:solidFill>
                <a:latin typeface="Arial"/>
                <a:ea typeface="Arial"/>
                <a:cs typeface="Arial"/>
              </a:rPr>
              <a:t>6 Step</a:t>
            </a:r>
          </a:p>
        </p:txBody>
      </p:sp>
      <p:sp>
        <p:nvSpPr>
          <p:cNvPr id="39" name="title-5 Placeholder Carrier"/>
          <p:cNvSpPr txBox="1"/>
          <p:nvPr>
            <p:ph type="body" idx="6"/>
          </p:nvPr>
        </p:nvSpPr>
        <p:spPr>
          <a:xfrm>
            <a:off x="8362950" y="4514850"/>
            <a:ext cx="2667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Operation check</a:t>
            </a:r>
          </a:p>
        </p:txBody>
      </p:sp>
      <p:sp>
        <p:nvSpPr>
          <p:cNvPr id="40" name="desc-5 Placeholder Carrier"/>
          <p:cNvSpPr txBox="1"/>
          <p:nvPr>
            <p:ph type="body" idx="12"/>
          </p:nvPr>
        </p:nvSpPr>
        <p:spPr>
          <a:xfrm>
            <a:off x="8362950" y="4914900"/>
            <a:ext cx="28384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Define and execute the model.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1038" y="6627495"/>
            <a:ext cx="132173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Proposal visual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/>
          <p:cNvSpPr txBox="1"/>
          <p:nvPr/>
        </p:nvSpPr>
        <p:spPr>
          <a:xfrm>
            <a:off x="679704" y="384810"/>
            <a:ext cx="19325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09. Quantitative effect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71404" y="384810"/>
            <a:ext cx="8829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HR Solution</a:t>
            </a:r>
          </a:p>
        </p:txBody>
      </p:sp>
      <p:sp>
        <p:nvSpPr>
          <p:cNvPr id="20" name="page-title Placeholder Carrier"/>
          <p:cNvSpPr txBox="1"/>
          <p:nvPr>
            <p:ph type="title" idx="0"/>
          </p:nvPr>
        </p:nvSpPr>
        <p:spPr>
          <a:xfrm>
            <a:off x="685800" y="8763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27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19083" y="2206942"/>
            <a:ext cx="60993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38622" y="2206942"/>
            <a:ext cx="61910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60350" y="2206942"/>
            <a:ext cx="51915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32858" y="2206942"/>
            <a:ext cx="114628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Improvement</a:t>
            </a:r>
          </a:p>
        </p:txBody>
      </p:sp>
      <p:sp>
        <p:nvSpPr>
          <p:cNvPr id="25" name="m-0 Placeholder Carrier"/>
          <p:cNvSpPr txBox="1"/>
          <p:nvPr>
            <p:ph type="body" idx="1"/>
          </p:nvPr>
        </p:nvSpPr>
        <p:spPr>
          <a:xfrm>
            <a:off x="685800" y="2495550"/>
            <a:ext cx="24765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Average hiring days</a:t>
            </a:r>
          </a:p>
        </p:txBody>
      </p:sp>
      <p:sp>
        <p:nvSpPr>
          <p:cNvPr id="26" name="b-0 Placeholder Carrier"/>
          <p:cNvSpPr txBox="1"/>
          <p:nvPr>
            <p:ph type="body" idx="5"/>
          </p:nvPr>
        </p:nvSpPr>
        <p:spPr>
          <a:xfrm>
            <a:off x="3162300" y="2495550"/>
            <a:ext cx="257175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34 days</a:t>
            </a:r>
          </a:p>
        </p:txBody>
      </p:sp>
      <p:sp>
        <p:nvSpPr>
          <p:cNvPr id="27" name="a-0 Placeholder Carrier"/>
          <p:cNvSpPr txBox="1"/>
          <p:nvPr>
            <p:ph type="body" idx="9"/>
          </p:nvPr>
        </p:nvSpPr>
        <p:spPr>
          <a:xfrm>
            <a:off x="5734050" y="2495550"/>
            <a:ext cx="257175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22 days</a:t>
            </a:r>
          </a:p>
        </p:txBody>
      </p:sp>
      <p:sp>
        <p:nvSpPr>
          <p:cNvPr id="28" name="d-0 Placeholder Carrier"/>
          <p:cNvSpPr txBox="1"/>
          <p:nvPr>
            <p:ph type="body" idx="13"/>
          </p:nvPr>
        </p:nvSpPr>
        <p:spPr>
          <a:xfrm>
            <a:off x="8305800" y="2495550"/>
            <a:ext cx="320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35%</a:t>
            </a:r>
          </a:p>
        </p:txBody>
      </p:sp>
      <p:sp>
        <p:nvSpPr>
          <p:cNvPr id="29" name="m-1 Placeholder Carrier"/>
          <p:cNvSpPr txBox="1"/>
          <p:nvPr>
            <p:ph type="body" idx="2"/>
          </p:nvPr>
        </p:nvSpPr>
        <p:spPr>
          <a:xfrm>
            <a:off x="685800" y="3200400"/>
            <a:ext cx="24765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Internal operation hours</a:t>
            </a:r>
          </a:p>
        </p:txBody>
      </p:sp>
      <p:sp>
        <p:nvSpPr>
          <p:cNvPr id="30" name="b-1 Placeholder Carrier"/>
          <p:cNvSpPr txBox="1"/>
          <p:nvPr>
            <p:ph type="body" idx="6"/>
          </p:nvPr>
        </p:nvSpPr>
        <p:spPr>
          <a:xfrm>
            <a:off x="3162300" y="3200400"/>
            <a:ext cx="257175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52 hours</a:t>
            </a:r>
          </a:p>
        </p:txBody>
      </p:sp>
      <p:sp>
        <p:nvSpPr>
          <p:cNvPr id="31" name="a-1 Placeholder Carrier"/>
          <p:cNvSpPr txBox="1"/>
          <p:nvPr>
            <p:ph type="body" idx="10"/>
          </p:nvPr>
        </p:nvSpPr>
        <p:spPr>
          <a:xfrm>
            <a:off x="5734050" y="3200400"/>
            <a:ext cx="257175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 hours</a:t>
            </a:r>
          </a:p>
        </p:txBody>
      </p:sp>
      <p:sp>
        <p:nvSpPr>
          <p:cNvPr id="32" name="d-1 Placeholder Carrier"/>
          <p:cNvSpPr txBox="1"/>
          <p:nvPr>
            <p:ph type="body" idx="14"/>
          </p:nvPr>
        </p:nvSpPr>
        <p:spPr>
          <a:xfrm>
            <a:off x="8305800" y="3200400"/>
            <a:ext cx="320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54%</a:t>
            </a:r>
          </a:p>
        </p:txBody>
      </p:sp>
      <p:sp>
        <p:nvSpPr>
          <p:cNvPr id="33" name="m-2 Placeholder Carrier"/>
          <p:cNvSpPr txBox="1"/>
          <p:nvPr>
            <p:ph type="body" idx="3"/>
          </p:nvPr>
        </p:nvSpPr>
        <p:spPr>
          <a:xfrm>
            <a:off x="685800" y="3905250"/>
            <a:ext cx="24765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Re-hiring cost</a:t>
            </a:r>
          </a:p>
        </p:txBody>
      </p:sp>
      <p:sp>
        <p:nvSpPr>
          <p:cNvPr id="34" name="b-2 Placeholder Carrier"/>
          <p:cNvSpPr txBox="1"/>
          <p:nvPr>
            <p:ph type="body" idx="7"/>
          </p:nvPr>
        </p:nvSpPr>
        <p:spPr>
          <a:xfrm>
            <a:off x="3162300" y="3905250"/>
            <a:ext cx="257175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$950k</a:t>
            </a:r>
          </a:p>
        </p:txBody>
      </p:sp>
      <p:sp>
        <p:nvSpPr>
          <p:cNvPr id="35" name="a-2 Placeholder Carrier"/>
          <p:cNvSpPr txBox="1"/>
          <p:nvPr>
            <p:ph type="body" idx="11"/>
          </p:nvPr>
        </p:nvSpPr>
        <p:spPr>
          <a:xfrm>
            <a:off x="5734050" y="3905250"/>
            <a:ext cx="257175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$620k</a:t>
            </a:r>
          </a:p>
        </p:txBody>
      </p:sp>
      <p:sp>
        <p:nvSpPr>
          <p:cNvPr id="36" name="d-2 Placeholder Carrier"/>
          <p:cNvSpPr txBox="1"/>
          <p:nvPr>
            <p:ph type="body" idx="15"/>
          </p:nvPr>
        </p:nvSpPr>
        <p:spPr>
          <a:xfrm>
            <a:off x="8305800" y="3905250"/>
            <a:ext cx="320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35%</a:t>
            </a:r>
          </a:p>
        </p:txBody>
      </p:sp>
      <p:sp>
        <p:nvSpPr>
          <p:cNvPr id="37" name="m-3 Placeholder Carrier"/>
          <p:cNvSpPr txBox="1"/>
          <p:nvPr>
            <p:ph type="body" idx="4"/>
          </p:nvPr>
        </p:nvSpPr>
        <p:spPr>
          <a:xfrm>
            <a:off x="685800" y="4610100"/>
            <a:ext cx="24765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Labor issue response</a:t>
            </a:r>
          </a:p>
        </p:txBody>
      </p:sp>
      <p:sp>
        <p:nvSpPr>
          <p:cNvPr id="38" name="b-3 Placeholder Carrier"/>
          <p:cNvSpPr txBox="1"/>
          <p:nvPr>
            <p:ph type="body" idx="8"/>
          </p:nvPr>
        </p:nvSpPr>
        <p:spPr>
          <a:xfrm>
            <a:off x="3162300" y="4610100"/>
            <a:ext cx="257175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21 hours</a:t>
            </a:r>
          </a:p>
        </p:txBody>
      </p:sp>
      <p:sp>
        <p:nvSpPr>
          <p:cNvPr id="39" name="a-3 Placeholder Carrier"/>
          <p:cNvSpPr txBox="1"/>
          <p:nvPr>
            <p:ph type="body" idx="12"/>
          </p:nvPr>
        </p:nvSpPr>
        <p:spPr>
          <a:xfrm>
            <a:off x="5734050" y="4610100"/>
            <a:ext cx="257175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 hours</a:t>
            </a:r>
          </a:p>
        </p:txBody>
      </p:sp>
      <p:sp>
        <p:nvSpPr>
          <p:cNvPr id="40" name="d-3 Placeholder Carrier"/>
          <p:cNvSpPr txBox="1"/>
          <p:nvPr>
            <p:ph type="body" idx="16"/>
          </p:nvPr>
        </p:nvSpPr>
        <p:spPr>
          <a:xfrm>
            <a:off x="8305800" y="4610100"/>
            <a:ext cx="320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52%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1038" y="6627495"/>
            <a:ext cx="132173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Proposal visual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/>
          <p:cNvSpPr txBox="1"/>
          <p:nvPr/>
        </p:nvSpPr>
        <p:spPr>
          <a:xfrm>
            <a:off x="679704" y="384810"/>
            <a:ext cx="16179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11. Operating scope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71404" y="384810"/>
            <a:ext cx="8829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HR Solution</a:t>
            </a:r>
          </a:p>
        </p:txBody>
      </p:sp>
      <p:sp>
        <p:nvSpPr>
          <p:cNvPr id="20" name="page-title Placeholder Carrier"/>
          <p:cNvSpPr txBox="1"/>
          <p:nvPr>
            <p:ph type="title" idx="0"/>
          </p:nvPr>
        </p:nvSpPr>
        <p:spPr>
          <a:xfrm>
            <a:off x="685800" y="8763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27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8942" y="1664018"/>
            <a:ext cx="708044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Separate hiring, scheduling, contract support, and operation checks by stage.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39420" y="2393632"/>
            <a:ext cx="104575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22697" y="2393632"/>
            <a:ext cx="121400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HR Solution</a:t>
            </a:r>
          </a:p>
        </p:txBody>
      </p:sp>
      <p:sp>
        <p:nvSpPr>
          <p:cNvPr id="24" name="customer-role-0 Placeholder Carrier"/>
          <p:cNvSpPr txBox="1"/>
          <p:nvPr>
            <p:ph type="body" idx="1"/>
          </p:nvPr>
        </p:nvSpPr>
        <p:spPr>
          <a:xfrm>
            <a:off x="685800" y="2895600"/>
            <a:ext cx="3429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Confirm request</a:t>
            </a:r>
          </a:p>
        </p:txBody>
      </p:sp>
      <p:sp>
        <p:nvSpPr>
          <p:cNvPr id="25" name="role-name-0 Placeholder Carrier"/>
          <p:cNvSpPr txBox="1"/>
          <p:nvPr>
            <p:ph type="body" idx="6"/>
          </p:nvPr>
        </p:nvSpPr>
        <p:spPr>
          <a:xfrm>
            <a:off x="4838700" y="2971800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Hiring planning</a:t>
            </a:r>
          </a:p>
        </p:txBody>
      </p:sp>
      <p:sp>
        <p:nvSpPr>
          <p:cNvPr id="26" name="provider-role-0 Placeholder Carrier"/>
          <p:cNvSpPr txBox="1"/>
          <p:nvPr>
            <p:ph type="body" idx="11"/>
          </p:nvPr>
        </p:nvSpPr>
        <p:spPr>
          <a:xfrm>
            <a:off x="7353300" y="2895600"/>
            <a:ext cx="41529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Clarify conditions</a:t>
            </a:r>
          </a:p>
        </p:txBody>
      </p:sp>
      <p:sp>
        <p:nvSpPr>
          <p:cNvPr id="27" name="customer-role-1 Placeholder Carrier"/>
          <p:cNvSpPr txBox="1"/>
          <p:nvPr>
            <p:ph type="body" idx="2"/>
          </p:nvPr>
        </p:nvSpPr>
        <p:spPr>
          <a:xfrm>
            <a:off x="685800" y="3505200"/>
            <a:ext cx="3429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Review and approve</a:t>
            </a:r>
          </a:p>
        </p:txBody>
      </p:sp>
      <p:sp>
        <p:nvSpPr>
          <p:cNvPr id="28" name="role-name-1 Placeholder Carrier"/>
          <p:cNvSpPr txBox="1"/>
          <p:nvPr>
            <p:ph type="body" idx="7"/>
          </p:nvPr>
        </p:nvSpPr>
        <p:spPr>
          <a:xfrm>
            <a:off x="4838700" y="3581400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Job posting</a:t>
            </a:r>
          </a:p>
        </p:txBody>
      </p:sp>
      <p:sp>
        <p:nvSpPr>
          <p:cNvPr id="29" name="provider-role-1 Placeholder Carrier"/>
          <p:cNvSpPr txBox="1"/>
          <p:nvPr>
            <p:ph type="body" idx="12"/>
          </p:nvPr>
        </p:nvSpPr>
        <p:spPr>
          <a:xfrm>
            <a:off x="7353300" y="3505200"/>
            <a:ext cx="41529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Post and manage job</a:t>
            </a:r>
          </a:p>
        </p:txBody>
      </p:sp>
      <p:sp>
        <p:nvSpPr>
          <p:cNvPr id="30" name="customer-role-2 Placeholder Carrier"/>
          <p:cNvSpPr txBox="1"/>
          <p:nvPr>
            <p:ph type="body" idx="3"/>
          </p:nvPr>
        </p:nvSpPr>
        <p:spPr>
          <a:xfrm>
            <a:off x="685800" y="4114800"/>
            <a:ext cx="3429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Join interview</a:t>
            </a:r>
          </a:p>
        </p:txBody>
      </p:sp>
      <p:sp>
        <p:nvSpPr>
          <p:cNvPr id="31" name="role-name-2 Placeholder Carrier"/>
          <p:cNvSpPr txBox="1"/>
          <p:nvPr>
            <p:ph type="body" idx="8"/>
          </p:nvPr>
        </p:nvSpPr>
        <p:spPr>
          <a:xfrm>
            <a:off x="4838700" y="4191000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Candidate management</a:t>
            </a:r>
          </a:p>
        </p:txBody>
      </p:sp>
      <p:sp>
        <p:nvSpPr>
          <p:cNvPr id="32" name="provider-role-2 Placeholder Carrier"/>
          <p:cNvSpPr txBox="1"/>
          <p:nvPr>
            <p:ph type="body" idx="13"/>
          </p:nvPr>
        </p:nvSpPr>
        <p:spPr>
          <a:xfrm>
            <a:off x="7353300" y="4114800"/>
            <a:ext cx="41529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Review, contact, schedule</a:t>
            </a:r>
          </a:p>
        </p:txBody>
      </p:sp>
      <p:sp>
        <p:nvSpPr>
          <p:cNvPr id="33" name="customer-role-3 Placeholder Carrier"/>
          <p:cNvSpPr txBox="1"/>
          <p:nvPr>
            <p:ph type="body" idx="4"/>
          </p:nvPr>
        </p:nvSpPr>
        <p:spPr>
          <a:xfrm>
            <a:off x="685800" y="4724400"/>
            <a:ext cx="3429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Final approval</a:t>
            </a:r>
          </a:p>
        </p:txBody>
      </p:sp>
      <p:sp>
        <p:nvSpPr>
          <p:cNvPr id="34" name="role-name-3 Placeholder Carrier"/>
          <p:cNvSpPr txBox="1"/>
          <p:nvPr>
            <p:ph type="body" idx="9"/>
          </p:nvPr>
        </p:nvSpPr>
        <p:spPr>
          <a:xfrm>
            <a:off x="4838700" y="4800600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Contract management</a:t>
            </a:r>
          </a:p>
        </p:txBody>
      </p:sp>
      <p:sp>
        <p:nvSpPr>
          <p:cNvPr id="35" name="provider-role-3 Placeholder Carrier"/>
          <p:cNvSpPr txBox="1"/>
          <p:nvPr>
            <p:ph type="body" idx="14"/>
          </p:nvPr>
        </p:nvSpPr>
        <p:spPr>
          <a:xfrm>
            <a:off x="7353300" y="4724400"/>
            <a:ext cx="41529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Guide documents</a:t>
            </a:r>
          </a:p>
        </p:txBody>
      </p:sp>
      <p:sp>
        <p:nvSpPr>
          <p:cNvPr id="36" name="customer-role-4 Placeholder Carrier"/>
          <p:cNvSpPr txBox="1"/>
          <p:nvPr>
            <p:ph type="body" idx="5"/>
          </p:nvPr>
        </p:nvSpPr>
        <p:spPr>
          <a:xfrm>
            <a:off x="685800" y="5334000"/>
            <a:ext cx="3429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Internal support</a:t>
            </a:r>
          </a:p>
        </p:txBody>
      </p:sp>
      <p:sp>
        <p:nvSpPr>
          <p:cNvPr id="37" name="role-name-4 Placeholder Carrier"/>
          <p:cNvSpPr txBox="1"/>
          <p:nvPr>
            <p:ph type="body" idx="10"/>
          </p:nvPr>
        </p:nvSpPr>
        <p:spPr>
          <a:xfrm>
            <a:off x="4838700" y="5410200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Operation check</a:t>
            </a:r>
          </a:p>
        </p:txBody>
      </p:sp>
      <p:sp>
        <p:nvSpPr>
          <p:cNvPr id="38" name="provider-role-4 Placeholder Carrier"/>
          <p:cNvSpPr txBox="1"/>
          <p:nvPr>
            <p:ph type="body" idx="15"/>
          </p:nvPr>
        </p:nvSpPr>
        <p:spPr>
          <a:xfrm>
            <a:off x="7353300" y="5334000"/>
            <a:ext cx="41529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Respond and advise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1038" y="6627495"/>
            <a:ext cx="132173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Proposal visual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/>
          <p:cNvSpPr txBox="1"/>
          <p:nvPr/>
        </p:nvSpPr>
        <p:spPr>
          <a:xfrm>
            <a:off x="679704" y="384810"/>
            <a:ext cx="7800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12. Cases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71404" y="384810"/>
            <a:ext cx="8829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HR Solution</a:t>
            </a:r>
          </a:p>
        </p:txBody>
      </p:sp>
      <p:sp>
        <p:nvSpPr>
          <p:cNvPr id="20" name="page-title Placeholder Carrier"/>
          <p:cNvSpPr txBox="1"/>
          <p:nvPr>
            <p:ph type="title" idx="0"/>
          </p:nvPr>
        </p:nvSpPr>
        <p:spPr>
          <a:xfrm>
            <a:off x="685800" y="8763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27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8942" y="1664018"/>
            <a:ext cx="471826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Three case cards with image, context, and outcome.</a:t>
            </a:r>
          </a:p>
        </p:txBody>
      </p:sp>
      <p:sp>
        <p:nvSpPr>
          <p:cNvPr id="22" name="case-title-0 Placeholder Carrier"/>
          <p:cNvSpPr txBox="1"/>
          <p:nvPr>
            <p:ph type="body" idx="1"/>
          </p:nvPr>
        </p:nvSpPr>
        <p:spPr>
          <a:xfrm>
            <a:off x="914400" y="2457450"/>
            <a:ext cx="28765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Manufacturing SME</a:t>
            </a:r>
          </a:p>
        </p:txBody>
      </p:sp>
      <p:sp>
        <p:nvSpPr>
          <p:cNvPr id="23" name="case-copy-slot-0 Placeholder Carrier"/>
          <p:cNvSpPr txBox="1"/>
          <p:nvPr>
            <p:ph type="body" idx="4"/>
          </p:nvPr>
        </p:nvSpPr>
        <p:spPr>
          <a:xfrm>
            <a:off x="1066800" y="4400550"/>
            <a:ext cx="25717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Reduce workload and stabilize operations.</a:t>
            </a:r>
          </a:p>
        </p:txBody>
      </p:sp>
      <p:sp>
        <p:nvSpPr>
          <p:cNvPr id="24" name="case-title-1 Placeholder Carrier"/>
          <p:cNvSpPr txBox="1"/>
          <p:nvPr>
            <p:ph type="body" idx="2"/>
          </p:nvPr>
        </p:nvSpPr>
        <p:spPr>
          <a:xfrm>
            <a:off x="4657725" y="2457450"/>
            <a:ext cx="28765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 organization</a:t>
            </a:r>
          </a:p>
        </p:txBody>
      </p:sp>
      <p:sp>
        <p:nvSpPr>
          <p:cNvPr id="25" name="case-copy-slot-1 Placeholder Carrier"/>
          <p:cNvSpPr txBox="1"/>
          <p:nvPr>
            <p:ph type="body" idx="5"/>
          </p:nvPr>
        </p:nvSpPr>
        <p:spPr>
          <a:xfrm>
            <a:off x="4810125" y="4400550"/>
            <a:ext cx="25717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Reduce workload and stabilize operations.</a:t>
            </a:r>
          </a:p>
        </p:txBody>
      </p:sp>
      <p:sp>
        <p:nvSpPr>
          <p:cNvPr id="26" name="case-title-2 Placeholder Carrier"/>
          <p:cNvSpPr txBox="1"/>
          <p:nvPr>
            <p:ph type="body" idx="3"/>
          </p:nvPr>
        </p:nvSpPr>
        <p:spPr>
          <a:xfrm>
            <a:off x="8401050" y="2457450"/>
            <a:ext cx="28765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 organization</a:t>
            </a:r>
          </a:p>
        </p:txBody>
      </p:sp>
      <p:sp>
        <p:nvSpPr>
          <p:cNvPr id="27" name="case-copy-slot-2 Placeholder Carrier"/>
          <p:cNvSpPr txBox="1"/>
          <p:nvPr>
            <p:ph type="body" idx="6"/>
          </p:nvPr>
        </p:nvSpPr>
        <p:spPr>
          <a:xfrm>
            <a:off x="8553450" y="4400550"/>
            <a:ext cx="25717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Reduce workload and stabilize operations.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1038" y="6627495"/>
            <a:ext cx="132173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Proposal visual module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679704" y="384810"/>
            <a:ext cx="6608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13. FAQ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71404" y="384810"/>
            <a:ext cx="8829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HR Solution</a:t>
            </a:r>
          </a:p>
        </p:txBody>
      </p:sp>
      <p:sp>
        <p:nvSpPr>
          <p:cNvPr id="18" name="page-title Placeholder Carrier"/>
          <p:cNvSpPr txBox="1"/>
          <p:nvPr>
            <p:ph type="title" idx="0"/>
          </p:nvPr>
        </p:nvSpPr>
        <p:spPr>
          <a:xfrm>
            <a:off x="685800" y="8763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27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19" name="q-slot-0 Placeholder Carrier"/>
          <p:cNvSpPr txBox="1"/>
          <p:nvPr>
            <p:ph type="body" idx="1"/>
          </p:nvPr>
        </p:nvSpPr>
        <p:spPr>
          <a:xfrm>
            <a:off x="2667000" y="2286000"/>
            <a:ext cx="31432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Staffing vs recruiting agency?</a:t>
            </a:r>
          </a:p>
        </p:txBody>
      </p:sp>
      <p:sp>
        <p:nvSpPr>
          <p:cNvPr id="20" name="ans-slot-0 Placeholder Carrier"/>
          <p:cNvSpPr txBox="1"/>
          <p:nvPr>
            <p:ph type="body" idx="5"/>
          </p:nvPr>
        </p:nvSpPr>
        <p:spPr>
          <a:xfrm>
            <a:off x="6019800" y="2286000"/>
            <a:ext cx="54864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Review structure, then propose a fit.</a:t>
            </a:r>
          </a:p>
        </p:txBody>
      </p:sp>
      <p:sp>
        <p:nvSpPr>
          <p:cNvPr id="21" name="q-slot-1 Placeholder Carrier"/>
          <p:cNvSpPr txBox="1"/>
          <p:nvPr>
            <p:ph type="body" idx="2"/>
          </p:nvPr>
        </p:nvSpPr>
        <p:spPr>
          <a:xfrm>
            <a:off x="2667000" y="3238500"/>
            <a:ext cx="31432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 sector adoption?</a:t>
            </a:r>
          </a:p>
        </p:txBody>
      </p:sp>
      <p:sp>
        <p:nvSpPr>
          <p:cNvPr id="22" name="ans-slot-1 Placeholder Carrier"/>
          <p:cNvSpPr txBox="1"/>
          <p:nvPr>
            <p:ph type="body" idx="6"/>
          </p:nvPr>
        </p:nvSpPr>
        <p:spPr>
          <a:xfrm>
            <a:off x="6019800" y="3238500"/>
            <a:ext cx="54864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Review structure, then propose a fit.</a:t>
            </a:r>
          </a:p>
        </p:txBody>
      </p:sp>
      <p:sp>
        <p:nvSpPr>
          <p:cNvPr id="23" name="q-slot-2 Placeholder Carrier"/>
          <p:cNvSpPr txBox="1"/>
          <p:nvPr>
            <p:ph type="body" idx="3"/>
          </p:nvPr>
        </p:nvSpPr>
        <p:spPr>
          <a:xfrm>
            <a:off x="2667000" y="4191000"/>
            <a:ext cx="31432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When is cost confirmed?</a:t>
            </a:r>
          </a:p>
        </p:txBody>
      </p:sp>
      <p:sp>
        <p:nvSpPr>
          <p:cNvPr id="24" name="ans-slot-2 Placeholder Carrier"/>
          <p:cNvSpPr txBox="1"/>
          <p:nvPr>
            <p:ph type="body" idx="7"/>
          </p:nvPr>
        </p:nvSpPr>
        <p:spPr>
          <a:xfrm>
            <a:off x="6019800" y="4191000"/>
            <a:ext cx="54864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Review structure, then propose a fit.</a:t>
            </a:r>
          </a:p>
        </p:txBody>
      </p:sp>
      <p:sp>
        <p:nvSpPr>
          <p:cNvPr id="25" name="q-slot-3 Placeholder Carrier"/>
          <p:cNvSpPr txBox="1"/>
          <p:nvPr>
            <p:ph type="body" idx="4"/>
          </p:nvPr>
        </p:nvSpPr>
        <p:spPr>
          <a:xfrm>
            <a:off x="2667000" y="5143500"/>
            <a:ext cx="31432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Short-term support?</a:t>
            </a:r>
          </a:p>
        </p:txBody>
      </p:sp>
      <p:sp>
        <p:nvSpPr>
          <p:cNvPr id="26" name="ans-slot-3 Placeholder Carrier"/>
          <p:cNvSpPr txBox="1"/>
          <p:nvPr>
            <p:ph type="body" idx="8"/>
          </p:nvPr>
        </p:nvSpPr>
        <p:spPr>
          <a:xfrm>
            <a:off x="6019800" y="5143500"/>
            <a:ext cx="54864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Review structure, then propose a fit.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81038" y="6627495"/>
            <a:ext cx="132173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Proposal visual module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2026-08-03T08:15:36Z</dcterms:created>
  <dcterms:modified xsi:type="dcterms:W3CDTF">2026-08-03T08:15:36Z</dcterms:modified>
  <cp:category/>
  <cp:contentStatus/>
</cp:coreProperties>
</file>